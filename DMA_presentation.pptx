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71" r:id="rId2"/>
    <p:sldMasterId id="2147483673" r:id="rId3"/>
  </p:sldMasterIdLst>
  <p:notesMasterIdLst>
    <p:notesMasterId r:id="rId13"/>
  </p:notesMasterIdLst>
  <p:sldIdLst>
    <p:sldId id="256" r:id="rId4"/>
    <p:sldId id="257" r:id="rId5"/>
    <p:sldId id="268" r:id="rId6"/>
    <p:sldId id="258" r:id="rId7"/>
    <p:sldId id="269" r:id="rId8"/>
    <p:sldId id="261" r:id="rId9"/>
    <p:sldId id="267" r:id="rId10"/>
    <p:sldId id="266" r:id="rId11"/>
    <p:sldId id="265" r:id="rId12"/>
  </p:sldIdLst>
  <p:sldSz cx="12192000" cy="6858000"/>
  <p:notesSz cx="6858000" cy="9144000"/>
  <p:embeddedFontLst>
    <p:embeddedFont>
      <p:font typeface="Gadugi" panose="020B0502040204020203" pitchFamily="34" charset="0"/>
      <p:regular r:id="rId14"/>
      <p:bold r:id="rId15"/>
    </p:embeddedFont>
    <p:embeddedFont>
      <p:font typeface="Gill Sans" panose="020B0604020202020204" charset="0"/>
      <p:regular r:id="rId16"/>
      <p:bold r:id="rId17"/>
    </p:embeddedFont>
    <p:embeddedFont>
      <p:font typeface="Open Sans" panose="020B0606030504020204" pitchFamily="34" charset="0"/>
      <p:regular r:id="rId18"/>
      <p:bold r:id="rId19"/>
      <p:italic r:id="rId20"/>
      <p:boldItalic r:id="rId21"/>
    </p:embeddedFont>
    <p:embeddedFont>
      <p:font typeface="Petrona" panose="020B0604020202020204" charset="0"/>
      <p:bold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251">
          <p15:clr>
            <a:srgbClr val="A4A3A4"/>
          </p15:clr>
        </p15:guide>
        <p15:guide id="2" orient="horz" pos="3159">
          <p15:clr>
            <a:srgbClr val="A4A3A4"/>
          </p15:clr>
        </p15:guide>
        <p15:guide id="3" orient="horz" pos="981">
          <p15:clr>
            <a:srgbClr val="A4A3A4"/>
          </p15:clr>
        </p15:guide>
        <p15:guide id="4" pos="3840">
          <p15:clr>
            <a:srgbClr val="A4A3A4"/>
          </p15:clr>
        </p15:guide>
        <p15:guide id="5" pos="575">
          <p15:clr>
            <a:srgbClr val="A4A3A4"/>
          </p15:clr>
        </p15:guide>
        <p15:guide id="6" pos="7105">
          <p15:clr>
            <a:srgbClr val="A4A3A4"/>
          </p15:clr>
        </p15:guide>
        <p15:guide id="7" pos="7408">
          <p15:clr>
            <a:srgbClr val="A4A3A4"/>
          </p15:clr>
        </p15:guide>
        <p15:guide id="8" pos="303">
          <p15:clr>
            <a:srgbClr val="A4A3A4"/>
          </p15:clr>
        </p15:guide>
        <p15:guide id="9" pos="1965">
          <p15:clr>
            <a:srgbClr val="A4A3A4"/>
          </p15:clr>
        </p15:guide>
        <p15:guide id="10" pos="5715">
          <p15:clr>
            <a:srgbClr val="A4A3A4"/>
          </p15:clr>
        </p15:guide>
        <p15:guide id="11" pos="4384">
          <p15:clr>
            <a:srgbClr val="A4A3A4"/>
          </p15:clr>
        </p15:guide>
        <p15:guide id="12" orient="horz" pos="3295">
          <p15:clr>
            <a:srgbClr val="A4A3A4"/>
          </p15:clr>
        </p15:guide>
        <p15:guide id="1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g8iTWDW6qFuGBa7xfEP6tQbQn3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59" y="59"/>
      </p:cViewPr>
      <p:guideLst>
        <p:guide orient="horz" pos="2251"/>
        <p:guide orient="horz" pos="3159"/>
        <p:guide orient="horz" pos="981"/>
        <p:guide pos="3840"/>
        <p:guide pos="575"/>
        <p:guide pos="7105"/>
        <p:guide pos="7408"/>
        <p:guide pos="303"/>
        <p:guide pos="1965"/>
        <p:guide pos="5715"/>
        <p:guide pos="4384"/>
        <p:guide orient="horz" pos="3295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8.fntdata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4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7.xml"/><Relationship Id="rId19" Type="http://schemas.openxmlformats.org/officeDocument/2006/relationships/font" Target="fonts/font6.fntdata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</a:rPr>
              <a:t>© Copyright Showeet.com – Creative &amp; Free PowerPoint Templates</a:t>
            </a:r>
            <a:endParaRPr/>
          </a:p>
        </p:txBody>
      </p:sp>
      <p:sp>
        <p:nvSpPr>
          <p:cNvPr id="251" name="Google Shape;25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</a:rPr>
              <a:t>© Copyright Showeet.com – Creative &amp; Free PowerPoint Templates</a:t>
            </a:r>
            <a:endParaRPr/>
          </a:p>
        </p:txBody>
      </p:sp>
      <p:sp>
        <p:nvSpPr>
          <p:cNvPr id="257" name="Google Shape;25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</a:rPr>
              <a:t>© Copyright Showeet.com – Creative &amp; Free PowerPoint Templates</a:t>
            </a:r>
            <a:endParaRPr/>
          </a:p>
        </p:txBody>
      </p:sp>
      <p:sp>
        <p:nvSpPr>
          <p:cNvPr id="267" name="Google Shape;26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89940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</a:rPr>
              <a:t>© Copyright Showeet.com – Creative &amp; Free PowerPoint Templates</a:t>
            </a:r>
            <a:endParaRPr/>
          </a:p>
        </p:txBody>
      </p:sp>
      <p:sp>
        <p:nvSpPr>
          <p:cNvPr id="267" name="Google Shape;26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</a:rPr>
              <a:t>© Copyright Showeet.com – Creative &amp; Free PowerPoint Templates</a:t>
            </a:r>
            <a:endParaRPr/>
          </a:p>
        </p:txBody>
      </p:sp>
      <p:sp>
        <p:nvSpPr>
          <p:cNvPr id="274" name="Google Shape;27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917910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3" name="Google Shape;33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</a:rPr>
              <a:t>© Copyright Showeet.com – Creative &amp; Free PowerPoint Templates</a:t>
            </a:r>
            <a:endParaRPr/>
          </a:p>
        </p:txBody>
      </p:sp>
      <p:sp>
        <p:nvSpPr>
          <p:cNvPr id="334" name="Google Shape;33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341A0EE8-23BE-AD73-64E6-DCA1ABD6E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:notes">
            <a:extLst>
              <a:ext uri="{FF2B5EF4-FFF2-40B4-BE49-F238E27FC236}">
                <a16:creationId xmlns:a16="http://schemas.microsoft.com/office/drawing/2014/main" id="{1143644C-11F1-94B1-7CB5-583653F503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4:notes">
            <a:extLst>
              <a:ext uri="{FF2B5EF4-FFF2-40B4-BE49-F238E27FC236}">
                <a16:creationId xmlns:a16="http://schemas.microsoft.com/office/drawing/2014/main" id="{BE8E6521-1775-C594-842C-667652981E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</a:rPr>
              <a:t>© Copyright Showeet.com – Creative &amp; Free PowerPoint Templates</a:t>
            </a:r>
            <a:endParaRPr/>
          </a:p>
        </p:txBody>
      </p:sp>
      <p:sp>
        <p:nvSpPr>
          <p:cNvPr id="274" name="Google Shape;274;p4:notes">
            <a:extLst>
              <a:ext uri="{FF2B5EF4-FFF2-40B4-BE49-F238E27FC236}">
                <a16:creationId xmlns:a16="http://schemas.microsoft.com/office/drawing/2014/main" id="{612B54EF-B3BC-F43A-1F95-1BFD81540D5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77350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3B3180F-9FDF-3C97-9CC6-B31B80BD4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:notes">
            <a:extLst>
              <a:ext uri="{FF2B5EF4-FFF2-40B4-BE49-F238E27FC236}">
                <a16:creationId xmlns:a16="http://schemas.microsoft.com/office/drawing/2014/main" id="{A830EB6B-6D09-BDFF-9F98-E03FFD69DE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4:notes">
            <a:extLst>
              <a:ext uri="{FF2B5EF4-FFF2-40B4-BE49-F238E27FC236}">
                <a16:creationId xmlns:a16="http://schemas.microsoft.com/office/drawing/2014/main" id="{2CFA998A-8C08-471A-98CA-53B3B58C6F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</a:rPr>
              <a:t>© Copyright Showeet.com – Creative &amp; Free PowerPoint Templates</a:t>
            </a:r>
            <a:endParaRPr/>
          </a:p>
        </p:txBody>
      </p:sp>
      <p:sp>
        <p:nvSpPr>
          <p:cNvPr id="274" name="Google Shape;274;p4:notes">
            <a:extLst>
              <a:ext uri="{FF2B5EF4-FFF2-40B4-BE49-F238E27FC236}">
                <a16:creationId xmlns:a16="http://schemas.microsoft.com/office/drawing/2014/main" id="{D333B526-7892-E379-8A3B-E4152EE8FF3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38945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2" name="Google Shape;47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</a:rPr>
              <a:t>© Copyright Showeet.com – Creative &amp; Free PowerPoint Templates</a:t>
            </a:r>
            <a:endParaRPr/>
          </a:p>
        </p:txBody>
      </p:sp>
      <p:sp>
        <p:nvSpPr>
          <p:cNvPr id="473" name="Google Shape;473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showeet.com/" TargetMode="External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type="title">
  <p:cSld name="TITLE">
    <p:bg>
      <p:bgPr>
        <a:solidFill>
          <a:schemeClr val="accen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/>
          <p:nvPr/>
        </p:nvSpPr>
        <p:spPr>
          <a:xfrm>
            <a:off x="3867079" y="785076"/>
            <a:ext cx="4801950" cy="5958872"/>
          </a:xfrm>
          <a:custGeom>
            <a:avLst/>
            <a:gdLst/>
            <a:ahLst/>
            <a:cxnLst/>
            <a:rect l="l" t="t" r="r" b="b"/>
            <a:pathLst>
              <a:path w="20693" h="20744" extrusionOk="0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" name="Google Shape;17;p12"/>
          <p:cNvSpPr/>
          <p:nvPr/>
        </p:nvSpPr>
        <p:spPr>
          <a:xfrm>
            <a:off x="2927648" y="1746876"/>
            <a:ext cx="7103771" cy="4829623"/>
          </a:xfrm>
          <a:custGeom>
            <a:avLst/>
            <a:gdLst/>
            <a:ahLst/>
            <a:cxnLst/>
            <a:rect l="l" t="t" r="r" b="b"/>
            <a:pathLst>
              <a:path w="19589" h="18693" extrusionOk="0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" name="Google Shape;18;p12"/>
          <p:cNvSpPr/>
          <p:nvPr/>
        </p:nvSpPr>
        <p:spPr>
          <a:xfrm>
            <a:off x="2368461" y="1388997"/>
            <a:ext cx="6998772" cy="4812289"/>
          </a:xfrm>
          <a:custGeom>
            <a:avLst/>
            <a:gdLst/>
            <a:ahLst/>
            <a:cxnLst/>
            <a:rect l="l" t="t" r="r" b="b"/>
            <a:pathLst>
              <a:path w="21600" h="19116" extrusionOk="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" name="Google Shape;19;p12"/>
          <p:cNvSpPr/>
          <p:nvPr/>
        </p:nvSpPr>
        <p:spPr>
          <a:xfrm>
            <a:off x="6730112" y="114053"/>
            <a:ext cx="1313884" cy="1186203"/>
          </a:xfrm>
          <a:custGeom>
            <a:avLst/>
            <a:gdLst/>
            <a:ahLst/>
            <a:cxnLst/>
            <a:rect l="l" t="t" r="r" b="b"/>
            <a:pathLst>
              <a:path w="18415" h="19060" extrusionOk="0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5">
              <a:alpha val="80000"/>
            </a:scheme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" name="Google Shape;20;p12"/>
          <p:cNvSpPr/>
          <p:nvPr/>
        </p:nvSpPr>
        <p:spPr>
          <a:xfrm>
            <a:off x="1921112" y="4207292"/>
            <a:ext cx="875650" cy="892153"/>
          </a:xfrm>
          <a:custGeom>
            <a:avLst/>
            <a:gdLst/>
            <a:ahLst/>
            <a:cxnLst/>
            <a:rect l="l" t="t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" name="Google Shape;21;p12"/>
          <p:cNvSpPr/>
          <p:nvPr/>
        </p:nvSpPr>
        <p:spPr>
          <a:xfrm>
            <a:off x="8765547" y="1031118"/>
            <a:ext cx="604493" cy="575736"/>
          </a:xfrm>
          <a:custGeom>
            <a:avLst/>
            <a:gdLst/>
            <a:ahLst/>
            <a:cxnLst/>
            <a:rect l="l" t="t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" name="Google Shape;22;p12"/>
          <p:cNvSpPr txBox="1">
            <a:spLocks noGrp="1"/>
          </p:cNvSpPr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subTitle" idx="1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ftr" idx="11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w Photo">
  <p:cSld name="Section Header w Phot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13"/>
          <p:cNvSpPr/>
          <p:nvPr/>
        </p:nvSpPr>
        <p:spPr>
          <a:xfrm>
            <a:off x="8329881" y="1"/>
            <a:ext cx="3862120" cy="4184987"/>
          </a:xfrm>
          <a:custGeom>
            <a:avLst/>
            <a:gdLst/>
            <a:ahLst/>
            <a:cxnLst/>
            <a:rect l="l" t="t" r="r" b="b"/>
            <a:pathLst>
              <a:path w="3862120" h="4184987" extrusionOk="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" name="Google Shape;33;p13"/>
          <p:cNvSpPr/>
          <p:nvPr/>
        </p:nvSpPr>
        <p:spPr>
          <a:xfrm>
            <a:off x="7390509" y="0"/>
            <a:ext cx="4801492" cy="4017462"/>
          </a:xfrm>
          <a:custGeom>
            <a:avLst/>
            <a:gdLst/>
            <a:ahLst/>
            <a:cxnLst/>
            <a:rect l="l" t="t" r="r" b="b"/>
            <a:pathLst>
              <a:path w="4801492" h="4017462" extrusionOk="0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" name="Google Shape;34;p13"/>
          <p:cNvSpPr/>
          <p:nvPr/>
        </p:nvSpPr>
        <p:spPr>
          <a:xfrm>
            <a:off x="11397987" y="3867634"/>
            <a:ext cx="794014" cy="1182847"/>
          </a:xfrm>
          <a:custGeom>
            <a:avLst/>
            <a:gdLst/>
            <a:ahLst/>
            <a:cxnLst/>
            <a:rect l="l" t="t" r="r" b="b"/>
            <a:pathLst>
              <a:path w="794014" h="1182847" extrusionOk="0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" name="Google Shape;35;p13"/>
          <p:cNvSpPr/>
          <p:nvPr/>
        </p:nvSpPr>
        <p:spPr>
          <a:xfrm>
            <a:off x="6384032" y="1648242"/>
            <a:ext cx="875650" cy="892153"/>
          </a:xfrm>
          <a:custGeom>
            <a:avLst/>
            <a:gdLst/>
            <a:ahLst/>
            <a:cxnLst/>
            <a:rect l="l" t="t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6" name="Google Shape;36;p13"/>
          <p:cNvSpPr/>
          <p:nvPr/>
        </p:nvSpPr>
        <p:spPr>
          <a:xfrm>
            <a:off x="10139329" y="4982756"/>
            <a:ext cx="604493" cy="575736"/>
          </a:xfrm>
          <a:custGeom>
            <a:avLst/>
            <a:gdLst/>
            <a:ahLst/>
            <a:cxnLst/>
            <a:rect l="l" t="t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7" name="Google Shape;37;p13"/>
          <p:cNvSpPr>
            <a:spLocks noGrp="1"/>
          </p:cNvSpPr>
          <p:nvPr>
            <p:ph type="pic" idx="2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w Photo (Dark)">
  <p:cSld name="Section Header w Photo (Dark)">
    <p:bg>
      <p:bgPr>
        <a:solidFill>
          <a:schemeClr val="accent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14"/>
          <p:cNvSpPr/>
          <p:nvPr/>
        </p:nvSpPr>
        <p:spPr>
          <a:xfrm>
            <a:off x="8329881" y="1"/>
            <a:ext cx="3862120" cy="4184987"/>
          </a:xfrm>
          <a:custGeom>
            <a:avLst/>
            <a:gdLst/>
            <a:ahLst/>
            <a:cxnLst/>
            <a:rect l="l" t="t" r="r" b="b"/>
            <a:pathLst>
              <a:path w="3862120" h="4184987" extrusionOk="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" name="Google Shape;45;p14"/>
          <p:cNvSpPr/>
          <p:nvPr/>
        </p:nvSpPr>
        <p:spPr>
          <a:xfrm>
            <a:off x="7390509" y="0"/>
            <a:ext cx="4801492" cy="4017462"/>
          </a:xfrm>
          <a:custGeom>
            <a:avLst/>
            <a:gdLst/>
            <a:ahLst/>
            <a:cxnLst/>
            <a:rect l="l" t="t" r="r" b="b"/>
            <a:pathLst>
              <a:path w="4801492" h="4017462" extrusionOk="0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6" name="Google Shape;46;p14"/>
          <p:cNvSpPr/>
          <p:nvPr/>
        </p:nvSpPr>
        <p:spPr>
          <a:xfrm>
            <a:off x="11397987" y="3867634"/>
            <a:ext cx="794014" cy="1182847"/>
          </a:xfrm>
          <a:custGeom>
            <a:avLst/>
            <a:gdLst/>
            <a:ahLst/>
            <a:cxnLst/>
            <a:rect l="l" t="t" r="r" b="b"/>
            <a:pathLst>
              <a:path w="794014" h="1182847" extrusionOk="0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" name="Google Shape;47;p14"/>
          <p:cNvSpPr/>
          <p:nvPr/>
        </p:nvSpPr>
        <p:spPr>
          <a:xfrm>
            <a:off x="6384032" y="1648242"/>
            <a:ext cx="875650" cy="892153"/>
          </a:xfrm>
          <a:custGeom>
            <a:avLst/>
            <a:gdLst/>
            <a:ahLst/>
            <a:cxnLst/>
            <a:rect l="l" t="t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" name="Google Shape;48;p14"/>
          <p:cNvSpPr/>
          <p:nvPr/>
        </p:nvSpPr>
        <p:spPr>
          <a:xfrm>
            <a:off x="10139329" y="4982756"/>
            <a:ext cx="604493" cy="575736"/>
          </a:xfrm>
          <a:custGeom>
            <a:avLst/>
            <a:gdLst/>
            <a:ahLst/>
            <a:cxnLst/>
            <a:rect l="l" t="t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9" name="Google Shape;49;p14"/>
          <p:cNvSpPr>
            <a:spLocks noGrp="1"/>
          </p:cNvSpPr>
          <p:nvPr>
            <p:ph type="pic" idx="2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 Number (Dark)">
  <p:cSld name="Title and Content w Number (Dark)">
    <p:bg>
      <p:bgPr>
        <a:solidFill>
          <a:schemeClr val="accen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>
            <a:spLocks noGrp="1"/>
          </p:cNvSpPr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  <a:defRPr sz="4400">
                <a:solidFill>
                  <a:srgbClr val="DED9E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body" idx="1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D9E5"/>
              </a:buClr>
              <a:buSzPts val="3600"/>
              <a:buFont typeface="Calibri"/>
              <a:buChar char="•"/>
              <a:defRPr sz="3600">
                <a:solidFill>
                  <a:srgbClr val="DED9E5"/>
                </a:solidFill>
              </a:defRPr>
            </a:lvl1pPr>
            <a:lvl2pPr marL="914400" lvl="1" indent="-431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3200"/>
              <a:buFont typeface="Calibri"/>
              <a:buChar char="•"/>
              <a:defRPr sz="3200">
                <a:solidFill>
                  <a:srgbClr val="DED9E5"/>
                </a:solidFill>
              </a:defRPr>
            </a:lvl2pPr>
            <a:lvl3pPr marL="1371600" lvl="2" indent="-406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800"/>
              <a:buFont typeface="Calibri"/>
              <a:buChar char="•"/>
              <a:defRPr sz="2800">
                <a:solidFill>
                  <a:srgbClr val="DED9E5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15"/>
          <p:cNvSpPr/>
          <p:nvPr/>
        </p:nvSpPr>
        <p:spPr>
          <a:xfrm>
            <a:off x="861777" y="-2072"/>
            <a:ext cx="1197858" cy="1389174"/>
          </a:xfrm>
          <a:custGeom>
            <a:avLst/>
            <a:gdLst/>
            <a:ahLst/>
            <a:cxnLst/>
            <a:rect l="l" t="t" r="r" b="b"/>
            <a:pathLst>
              <a:path w="1197858" h="1389174" extrusionOk="0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7" name="Google Shape;57;p15"/>
          <p:cNvSpPr/>
          <p:nvPr/>
        </p:nvSpPr>
        <p:spPr>
          <a:xfrm>
            <a:off x="627460" y="140534"/>
            <a:ext cx="1772074" cy="1204775"/>
          </a:xfrm>
          <a:custGeom>
            <a:avLst/>
            <a:gdLst/>
            <a:ahLst/>
            <a:cxnLst/>
            <a:rect l="l" t="t" r="r" b="b"/>
            <a:pathLst>
              <a:path w="19589" h="18693" extrusionOk="0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487968" y="51259"/>
            <a:ext cx="1745881" cy="1200451"/>
          </a:xfrm>
          <a:custGeom>
            <a:avLst/>
            <a:gdLst/>
            <a:ahLst/>
            <a:cxnLst/>
            <a:rect l="l" t="t" r="r" b="b"/>
            <a:pathLst>
              <a:path w="21600" h="19116" extrusionOk="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889707" y="1402361"/>
            <a:ext cx="218435" cy="222553"/>
          </a:xfrm>
          <a:custGeom>
            <a:avLst/>
            <a:gdLst/>
            <a:ahLst/>
            <a:cxnLst/>
            <a:rect l="l" t="t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2281390" y="140534"/>
            <a:ext cx="150794" cy="143620"/>
          </a:xfrm>
          <a:custGeom>
            <a:avLst/>
            <a:gdLst/>
            <a:ahLst/>
            <a:cxnLst/>
            <a:rect l="l" t="t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2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 b="1"/>
            </a:lvl1pPr>
            <a:lvl2pPr marL="914400" lvl="1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>
  <p:cSld name="Title Slide 2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/>
        </p:nvSpPr>
        <p:spPr>
          <a:xfrm>
            <a:off x="3867079" y="785076"/>
            <a:ext cx="4801950" cy="5958872"/>
          </a:xfrm>
          <a:custGeom>
            <a:avLst/>
            <a:gdLst/>
            <a:ahLst/>
            <a:cxnLst/>
            <a:rect l="l" t="t" r="r" b="b"/>
            <a:pathLst>
              <a:path w="20693" h="20744" extrusionOk="0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1" name="Google Shape;81;p20"/>
          <p:cNvSpPr/>
          <p:nvPr/>
        </p:nvSpPr>
        <p:spPr>
          <a:xfrm>
            <a:off x="2927648" y="1746876"/>
            <a:ext cx="7103771" cy="4829623"/>
          </a:xfrm>
          <a:custGeom>
            <a:avLst/>
            <a:gdLst/>
            <a:ahLst/>
            <a:cxnLst/>
            <a:rect l="l" t="t" r="r" b="b"/>
            <a:pathLst>
              <a:path w="19589" h="18693" extrusionOk="0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2" name="Google Shape;82;p20"/>
          <p:cNvSpPr/>
          <p:nvPr/>
        </p:nvSpPr>
        <p:spPr>
          <a:xfrm>
            <a:off x="2368461" y="1388997"/>
            <a:ext cx="6998772" cy="4812289"/>
          </a:xfrm>
          <a:custGeom>
            <a:avLst/>
            <a:gdLst/>
            <a:ahLst/>
            <a:cxnLst/>
            <a:rect l="l" t="t" r="r" b="b"/>
            <a:pathLst>
              <a:path w="21600" h="19116" extrusionOk="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3" name="Google Shape;83;p20"/>
          <p:cNvSpPr/>
          <p:nvPr/>
        </p:nvSpPr>
        <p:spPr>
          <a:xfrm>
            <a:off x="6730112" y="114053"/>
            <a:ext cx="1313884" cy="1186203"/>
          </a:xfrm>
          <a:custGeom>
            <a:avLst/>
            <a:gdLst/>
            <a:ahLst/>
            <a:cxnLst/>
            <a:rect l="l" t="t" r="r" b="b"/>
            <a:pathLst>
              <a:path w="18415" h="19060" extrusionOk="0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4" name="Google Shape;84;p20"/>
          <p:cNvSpPr/>
          <p:nvPr/>
        </p:nvSpPr>
        <p:spPr>
          <a:xfrm>
            <a:off x="1921112" y="4207292"/>
            <a:ext cx="875650" cy="892153"/>
          </a:xfrm>
          <a:custGeom>
            <a:avLst/>
            <a:gdLst/>
            <a:ahLst/>
            <a:cxnLst/>
            <a:rect l="l" t="t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" name="Google Shape;85;p20"/>
          <p:cNvSpPr/>
          <p:nvPr/>
        </p:nvSpPr>
        <p:spPr>
          <a:xfrm>
            <a:off x="8765547" y="1031118"/>
            <a:ext cx="604493" cy="575736"/>
          </a:xfrm>
          <a:custGeom>
            <a:avLst/>
            <a:gdLst/>
            <a:ahLst/>
            <a:cxnLst/>
            <a:rect l="l" t="t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" name="Google Shape;86;p20"/>
          <p:cNvSpPr txBox="1">
            <a:spLocks noGrp="1"/>
          </p:cNvSpPr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0"/>
          <p:cNvSpPr txBox="1">
            <a:spLocks noGrp="1"/>
          </p:cNvSpPr>
          <p:nvPr>
            <p:ph type="subTitle" idx="1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8" name="Google Shape;8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ftr" idx="11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 txBox="1">
            <a:spLocks noGrp="1"/>
          </p:cNvSpPr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1"/>
          <p:cNvSpPr txBox="1">
            <a:spLocks noGrp="1"/>
          </p:cNvSpPr>
          <p:nvPr>
            <p:ph type="body" idx="1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 Number">
  <p:cSld name="Title and Content w Number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2"/>
          <p:cNvSpPr txBox="1">
            <a:spLocks noGrp="1"/>
          </p:cNvSpPr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2"/>
          <p:cNvSpPr txBox="1">
            <a:spLocks noGrp="1"/>
          </p:cNvSpPr>
          <p:nvPr>
            <p:ph type="body" idx="1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Char char="•"/>
              <a:defRPr sz="3600"/>
            </a:lvl1pPr>
            <a:lvl2pPr marL="914400" lvl="1" indent="-431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Char char="•"/>
              <a:defRPr sz="3200"/>
            </a:lvl2pPr>
            <a:lvl3pPr marL="1371600" lvl="2" indent="-406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•"/>
              <a:defRPr sz="2800"/>
            </a:lvl3pPr>
            <a:lvl4pPr marL="1828800" lvl="3" indent="-381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4pPr>
            <a:lvl5pPr marL="2286000" lvl="4" indent="-381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22"/>
          <p:cNvSpPr/>
          <p:nvPr/>
        </p:nvSpPr>
        <p:spPr>
          <a:xfrm>
            <a:off x="861777" y="-2072"/>
            <a:ext cx="1197858" cy="1389174"/>
          </a:xfrm>
          <a:custGeom>
            <a:avLst/>
            <a:gdLst/>
            <a:ahLst/>
            <a:cxnLst/>
            <a:rect l="l" t="t" r="r" b="b"/>
            <a:pathLst>
              <a:path w="1197858" h="1389174" extrusionOk="0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3" name="Google Shape;103;p22"/>
          <p:cNvSpPr/>
          <p:nvPr/>
        </p:nvSpPr>
        <p:spPr>
          <a:xfrm>
            <a:off x="627460" y="140534"/>
            <a:ext cx="1772074" cy="1204775"/>
          </a:xfrm>
          <a:custGeom>
            <a:avLst/>
            <a:gdLst/>
            <a:ahLst/>
            <a:cxnLst/>
            <a:rect l="l" t="t" r="r" b="b"/>
            <a:pathLst>
              <a:path w="19589" h="18693" extrusionOk="0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4" name="Google Shape;104;p22"/>
          <p:cNvSpPr/>
          <p:nvPr/>
        </p:nvSpPr>
        <p:spPr>
          <a:xfrm>
            <a:off x="487968" y="51259"/>
            <a:ext cx="1745881" cy="1200451"/>
          </a:xfrm>
          <a:custGeom>
            <a:avLst/>
            <a:gdLst/>
            <a:ahLst/>
            <a:cxnLst/>
            <a:rect l="l" t="t" r="r" b="b"/>
            <a:pathLst>
              <a:path w="21600" h="19116" extrusionOk="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5" name="Google Shape;105;p22"/>
          <p:cNvSpPr/>
          <p:nvPr/>
        </p:nvSpPr>
        <p:spPr>
          <a:xfrm>
            <a:off x="889707" y="1402361"/>
            <a:ext cx="218435" cy="222553"/>
          </a:xfrm>
          <a:custGeom>
            <a:avLst/>
            <a:gdLst/>
            <a:ahLst/>
            <a:cxnLst/>
            <a:rect l="l" t="t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" name="Google Shape;106;p22"/>
          <p:cNvSpPr/>
          <p:nvPr/>
        </p:nvSpPr>
        <p:spPr>
          <a:xfrm>
            <a:off x="2281390" y="140534"/>
            <a:ext cx="150794" cy="143620"/>
          </a:xfrm>
          <a:custGeom>
            <a:avLst/>
            <a:gdLst/>
            <a:ahLst/>
            <a:cxnLst/>
            <a:rect l="l" t="t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7" name="Google Shape;107;p22"/>
          <p:cNvSpPr txBox="1">
            <a:spLocks noGrp="1"/>
          </p:cNvSpPr>
          <p:nvPr>
            <p:ph type="body" idx="2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 b="1"/>
            </a:lvl1pPr>
            <a:lvl2pPr marL="914400" lvl="1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(Dark)">
  <p:cSld name="Section Header (Dark)">
    <p:bg>
      <p:bgPr>
        <a:solidFill>
          <a:schemeClr val="accent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p23"/>
          <p:cNvSpPr/>
          <p:nvPr/>
        </p:nvSpPr>
        <p:spPr>
          <a:xfrm>
            <a:off x="8329881" y="1"/>
            <a:ext cx="3862120" cy="4184987"/>
          </a:xfrm>
          <a:custGeom>
            <a:avLst/>
            <a:gdLst/>
            <a:ahLst/>
            <a:cxnLst/>
            <a:rect l="l" t="t" r="r" b="b"/>
            <a:pathLst>
              <a:path w="3862120" h="4184987" extrusionOk="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5" name="Google Shape;115;p23"/>
          <p:cNvSpPr/>
          <p:nvPr/>
        </p:nvSpPr>
        <p:spPr>
          <a:xfrm>
            <a:off x="7390509" y="0"/>
            <a:ext cx="4801492" cy="4017462"/>
          </a:xfrm>
          <a:custGeom>
            <a:avLst/>
            <a:gdLst/>
            <a:ahLst/>
            <a:cxnLst/>
            <a:rect l="l" t="t" r="r" b="b"/>
            <a:pathLst>
              <a:path w="4801492" h="4017462" extrusionOk="0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6" name="Google Shape;116;p23"/>
          <p:cNvSpPr/>
          <p:nvPr/>
        </p:nvSpPr>
        <p:spPr>
          <a:xfrm>
            <a:off x="6831384" y="0"/>
            <a:ext cx="5360617" cy="3642236"/>
          </a:xfrm>
          <a:custGeom>
            <a:avLst/>
            <a:gdLst/>
            <a:ahLst/>
            <a:cxnLst/>
            <a:rect l="l" t="t" r="r" b="b"/>
            <a:pathLst>
              <a:path w="5360617" h="3642236" extrusionOk="0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7" name="Google Shape;117;p23"/>
          <p:cNvSpPr/>
          <p:nvPr/>
        </p:nvSpPr>
        <p:spPr>
          <a:xfrm>
            <a:off x="11397987" y="3867634"/>
            <a:ext cx="794014" cy="1182847"/>
          </a:xfrm>
          <a:custGeom>
            <a:avLst/>
            <a:gdLst/>
            <a:ahLst/>
            <a:cxnLst/>
            <a:rect l="l" t="t" r="r" b="b"/>
            <a:pathLst>
              <a:path w="794014" h="1182847" extrusionOk="0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8" name="Google Shape;118;p23"/>
          <p:cNvSpPr/>
          <p:nvPr/>
        </p:nvSpPr>
        <p:spPr>
          <a:xfrm>
            <a:off x="6384032" y="1648242"/>
            <a:ext cx="875650" cy="892153"/>
          </a:xfrm>
          <a:custGeom>
            <a:avLst/>
            <a:gdLst/>
            <a:ahLst/>
            <a:cxnLst/>
            <a:rect l="l" t="t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9" name="Google Shape;119;p23"/>
          <p:cNvSpPr/>
          <p:nvPr/>
        </p:nvSpPr>
        <p:spPr>
          <a:xfrm>
            <a:off x="10139329" y="4982756"/>
            <a:ext cx="604493" cy="575736"/>
          </a:xfrm>
          <a:custGeom>
            <a:avLst/>
            <a:gdLst/>
            <a:ahLst/>
            <a:cxnLst/>
            <a:rect l="l" t="t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ection Header">
  <p:cSld name="2_Section Header">
    <p:bg>
      <p:bgPr>
        <a:solidFill>
          <a:schemeClr val="accent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>
            <a:spLocks noGrp="1"/>
          </p:cNvSpPr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body" idx="1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24"/>
          <p:cNvSpPr/>
          <p:nvPr/>
        </p:nvSpPr>
        <p:spPr>
          <a:xfrm>
            <a:off x="4874400" y="980564"/>
            <a:ext cx="5337219" cy="5877435"/>
          </a:xfrm>
          <a:custGeom>
            <a:avLst/>
            <a:gdLst/>
            <a:ahLst/>
            <a:cxnLst/>
            <a:rect l="l" t="t" r="r" b="b"/>
            <a:pathLst>
              <a:path w="5337219" h="5877435" extrusionOk="0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7" name="Google Shape;127;p24"/>
          <p:cNvSpPr/>
          <p:nvPr/>
        </p:nvSpPr>
        <p:spPr>
          <a:xfrm>
            <a:off x="3830303" y="2049794"/>
            <a:ext cx="7895563" cy="4808204"/>
          </a:xfrm>
          <a:custGeom>
            <a:avLst/>
            <a:gdLst/>
            <a:ahLst/>
            <a:cxnLst/>
            <a:rect l="l" t="t" r="r" b="b"/>
            <a:pathLst>
              <a:path w="7895563" h="4808204" extrusionOk="0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8" name="Google Shape;128;p24"/>
          <p:cNvSpPr/>
          <p:nvPr/>
        </p:nvSpPr>
        <p:spPr>
          <a:xfrm>
            <a:off x="3208844" y="1651975"/>
            <a:ext cx="7779006" cy="5348770"/>
          </a:xfrm>
          <a:custGeom>
            <a:avLst/>
            <a:gdLst/>
            <a:ahLst/>
            <a:cxnLst/>
            <a:rect l="l" t="t" r="r" b="b"/>
            <a:pathLst>
              <a:path w="21600" h="19116" extrusionOk="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9" name="Google Shape;129;p24"/>
          <p:cNvSpPr/>
          <p:nvPr/>
        </p:nvSpPr>
        <p:spPr>
          <a:xfrm>
            <a:off x="10319088" y="1254199"/>
            <a:ext cx="671883" cy="639920"/>
          </a:xfrm>
          <a:custGeom>
            <a:avLst/>
            <a:gdLst/>
            <a:ahLst/>
            <a:cxnLst/>
            <a:rect l="l" t="t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" name="Google Shape;130;p24"/>
          <p:cNvSpPr/>
          <p:nvPr/>
        </p:nvSpPr>
        <p:spPr>
          <a:xfrm>
            <a:off x="2711624" y="4784458"/>
            <a:ext cx="973269" cy="991612"/>
          </a:xfrm>
          <a:custGeom>
            <a:avLst/>
            <a:gdLst/>
            <a:ahLst/>
            <a:cxnLst/>
            <a:rect l="l" t="t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 w Photo">
  <p:cSld name="Section Header 2 w Photo">
    <p:bg>
      <p:bgPr>
        <a:solidFill>
          <a:schemeClr val="accen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>
            <a:spLocks noGrp="1"/>
          </p:cNvSpPr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5"/>
          <p:cNvSpPr txBox="1">
            <a:spLocks noGrp="1"/>
          </p:cNvSpPr>
          <p:nvPr>
            <p:ph type="body" idx="1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p25"/>
          <p:cNvSpPr/>
          <p:nvPr/>
        </p:nvSpPr>
        <p:spPr>
          <a:xfrm>
            <a:off x="4874400" y="980564"/>
            <a:ext cx="5337219" cy="5877435"/>
          </a:xfrm>
          <a:custGeom>
            <a:avLst/>
            <a:gdLst/>
            <a:ahLst/>
            <a:cxnLst/>
            <a:rect l="l" t="t" r="r" b="b"/>
            <a:pathLst>
              <a:path w="5337219" h="5877435" extrusionOk="0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8" name="Google Shape;138;p25"/>
          <p:cNvSpPr/>
          <p:nvPr/>
        </p:nvSpPr>
        <p:spPr>
          <a:xfrm>
            <a:off x="3830303" y="2049794"/>
            <a:ext cx="7895563" cy="4808204"/>
          </a:xfrm>
          <a:custGeom>
            <a:avLst/>
            <a:gdLst/>
            <a:ahLst/>
            <a:cxnLst/>
            <a:rect l="l" t="t" r="r" b="b"/>
            <a:pathLst>
              <a:path w="7895563" h="4808204" extrusionOk="0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9" name="Google Shape;139;p25"/>
          <p:cNvSpPr/>
          <p:nvPr/>
        </p:nvSpPr>
        <p:spPr>
          <a:xfrm>
            <a:off x="2711624" y="4784458"/>
            <a:ext cx="973269" cy="991612"/>
          </a:xfrm>
          <a:custGeom>
            <a:avLst/>
            <a:gdLst/>
            <a:ahLst/>
            <a:cxnLst/>
            <a:rect l="l" t="t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0" name="Google Shape;140;p25"/>
          <p:cNvSpPr/>
          <p:nvPr/>
        </p:nvSpPr>
        <p:spPr>
          <a:xfrm>
            <a:off x="10319088" y="1254199"/>
            <a:ext cx="671883" cy="639920"/>
          </a:xfrm>
          <a:custGeom>
            <a:avLst/>
            <a:gdLst/>
            <a:ahLst/>
            <a:cxnLst/>
            <a:rect l="l" t="t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1" name="Google Shape;141;p25"/>
          <p:cNvSpPr>
            <a:spLocks noGrp="1"/>
          </p:cNvSpPr>
          <p:nvPr>
            <p:ph type="pic" idx="2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 w Photo (bis)">
  <p:cSld name="Section Header 2 w Photo (bis)">
    <p:bg>
      <p:bgPr>
        <a:solidFill>
          <a:schemeClr val="accent1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>
            <a:spLocks noGrp="1"/>
          </p:cNvSpPr>
          <p:nvPr>
            <p:ph type="title"/>
          </p:nvPr>
        </p:nvSpPr>
        <p:spPr>
          <a:xfrm>
            <a:off x="831850" y="405909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6"/>
          <p:cNvSpPr txBox="1">
            <a:spLocks noGrp="1"/>
          </p:cNvSpPr>
          <p:nvPr>
            <p:ph type="body" idx="1"/>
          </p:nvPr>
        </p:nvSpPr>
        <p:spPr>
          <a:xfrm>
            <a:off x="831850" y="163058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5" name="Google Shape;145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26"/>
          <p:cNvSpPr/>
          <p:nvPr/>
        </p:nvSpPr>
        <p:spPr>
          <a:xfrm>
            <a:off x="4874400" y="980564"/>
            <a:ext cx="5337219" cy="5877435"/>
          </a:xfrm>
          <a:custGeom>
            <a:avLst/>
            <a:gdLst/>
            <a:ahLst/>
            <a:cxnLst/>
            <a:rect l="l" t="t" r="r" b="b"/>
            <a:pathLst>
              <a:path w="5337219" h="5877435" extrusionOk="0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9" name="Google Shape;149;p26"/>
          <p:cNvSpPr/>
          <p:nvPr/>
        </p:nvSpPr>
        <p:spPr>
          <a:xfrm>
            <a:off x="3830303" y="2049794"/>
            <a:ext cx="7895563" cy="4808204"/>
          </a:xfrm>
          <a:custGeom>
            <a:avLst/>
            <a:gdLst/>
            <a:ahLst/>
            <a:cxnLst/>
            <a:rect l="l" t="t" r="r" b="b"/>
            <a:pathLst>
              <a:path w="7895563" h="4808204" extrusionOk="0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0" name="Google Shape;150;p26"/>
          <p:cNvSpPr/>
          <p:nvPr/>
        </p:nvSpPr>
        <p:spPr>
          <a:xfrm>
            <a:off x="2711624" y="4784458"/>
            <a:ext cx="973269" cy="991612"/>
          </a:xfrm>
          <a:custGeom>
            <a:avLst/>
            <a:gdLst/>
            <a:ahLst/>
            <a:cxnLst/>
            <a:rect l="l" t="t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1" name="Google Shape;151;p26"/>
          <p:cNvSpPr/>
          <p:nvPr/>
        </p:nvSpPr>
        <p:spPr>
          <a:xfrm>
            <a:off x="10319088" y="1254199"/>
            <a:ext cx="671883" cy="639920"/>
          </a:xfrm>
          <a:custGeom>
            <a:avLst/>
            <a:gdLst/>
            <a:ahLst/>
            <a:cxnLst/>
            <a:rect l="l" t="t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2" name="Google Shape;152;p26"/>
          <p:cNvSpPr>
            <a:spLocks noGrp="1"/>
          </p:cNvSpPr>
          <p:nvPr>
            <p:ph type="pic" idx="2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chemeClr val="accent1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55" name="Google Shape;155;p27"/>
          <p:cNvGrpSpPr/>
          <p:nvPr/>
        </p:nvGrpSpPr>
        <p:grpSpPr>
          <a:xfrm>
            <a:off x="41945" y="620688"/>
            <a:ext cx="12102727" cy="6237315"/>
            <a:chOff x="695401" y="1241443"/>
            <a:chExt cx="10898227" cy="5616559"/>
          </a:xfrm>
        </p:grpSpPr>
        <p:sp>
          <p:nvSpPr>
            <p:cNvPr id="156" name="Google Shape;156;p27"/>
            <p:cNvSpPr/>
            <p:nvPr/>
          </p:nvSpPr>
          <p:spPr>
            <a:xfrm>
              <a:off x="1490608" y="1750568"/>
              <a:ext cx="10103020" cy="5107432"/>
            </a:xfrm>
            <a:custGeom>
              <a:avLst/>
              <a:gdLst/>
              <a:ahLst/>
              <a:cxnLst/>
              <a:rect l="l" t="t" r="r" b="b"/>
              <a:pathLst>
                <a:path w="10103020" h="5107432" extrusionOk="0">
                  <a:moveTo>
                    <a:pt x="6871207" y="1379"/>
                  </a:moveTo>
                  <a:cubicBezTo>
                    <a:pt x="9201349" y="-49256"/>
                    <a:pt x="9924407" y="1306731"/>
                    <a:pt x="10061003" y="2144415"/>
                  </a:cubicBezTo>
                  <a:cubicBezTo>
                    <a:pt x="10257314" y="3348198"/>
                    <a:pt x="9746101" y="4316998"/>
                    <a:pt x="8937022" y="5053985"/>
                  </a:cubicBezTo>
                  <a:lnTo>
                    <a:pt x="8872567" y="5107432"/>
                  </a:lnTo>
                  <a:lnTo>
                    <a:pt x="13161" y="5107432"/>
                  </a:lnTo>
                  <a:lnTo>
                    <a:pt x="3817" y="5033897"/>
                  </a:lnTo>
                  <a:cubicBezTo>
                    <a:pt x="-110911" y="3389245"/>
                    <a:pt x="2382588" y="1054048"/>
                    <a:pt x="4513496" y="417007"/>
                  </a:cubicBezTo>
                  <a:cubicBezTo>
                    <a:pt x="5440331" y="140015"/>
                    <a:pt x="6218767" y="15557"/>
                    <a:pt x="6871207" y="1379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endParaRPr sz="30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7" name="Google Shape;157;p27"/>
            <p:cNvSpPr/>
            <p:nvPr/>
          </p:nvSpPr>
          <p:spPr>
            <a:xfrm>
              <a:off x="695401" y="1241443"/>
              <a:ext cx="9953877" cy="5616559"/>
            </a:xfrm>
            <a:custGeom>
              <a:avLst/>
              <a:gdLst/>
              <a:ahLst/>
              <a:cxnLst/>
              <a:rect l="l" t="t" r="r" b="b"/>
              <a:pathLst>
                <a:path w="9953877" h="5616559" extrusionOk="0">
                  <a:moveTo>
                    <a:pt x="8316277" y="1305"/>
                  </a:moveTo>
                  <a:cubicBezTo>
                    <a:pt x="9547873" y="44247"/>
                    <a:pt x="9953877" y="1142193"/>
                    <a:pt x="9953877" y="2552872"/>
                  </a:cubicBezTo>
                  <a:cubicBezTo>
                    <a:pt x="9953877" y="3578820"/>
                    <a:pt x="9406759" y="4651671"/>
                    <a:pt x="8605150" y="5468034"/>
                  </a:cubicBezTo>
                  <a:lnTo>
                    <a:pt x="8447294" y="5616559"/>
                  </a:lnTo>
                  <a:lnTo>
                    <a:pt x="2330142" y="5616559"/>
                  </a:lnTo>
                  <a:lnTo>
                    <a:pt x="2101259" y="5468034"/>
                  </a:lnTo>
                  <a:cubicBezTo>
                    <a:pt x="923384" y="4651671"/>
                    <a:pt x="0" y="3578820"/>
                    <a:pt x="0" y="2552872"/>
                  </a:cubicBezTo>
                  <a:cubicBezTo>
                    <a:pt x="0" y="500976"/>
                    <a:pt x="4278785" y="1604796"/>
                    <a:pt x="6085691" y="666388"/>
                  </a:cubicBezTo>
                  <a:cubicBezTo>
                    <a:pt x="7026067" y="180244"/>
                    <a:pt x="7756460" y="-18214"/>
                    <a:pt x="8316277" y="13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" name="Google Shape;158;p27"/>
          <p:cNvSpPr txBox="1">
            <a:spLocks noGrp="1"/>
          </p:cNvSpPr>
          <p:nvPr>
            <p:ph type="body" idx="1"/>
          </p:nvPr>
        </p:nvSpPr>
        <p:spPr>
          <a:xfrm>
            <a:off x="983431" y="1988719"/>
            <a:ext cx="9505181" cy="3699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/>
            </a:lvl1pPr>
            <a:lvl2pPr marL="914400" lvl="1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27"/>
          <p:cNvSpPr txBox="1">
            <a:spLocks noGrp="1"/>
          </p:cNvSpPr>
          <p:nvPr>
            <p:ph type="body" idx="2"/>
          </p:nvPr>
        </p:nvSpPr>
        <p:spPr>
          <a:xfrm>
            <a:off x="4035675" y="5880905"/>
            <a:ext cx="3400692" cy="647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0" name="Google Shape;160;p27"/>
          <p:cNvSpPr/>
          <p:nvPr/>
        </p:nvSpPr>
        <p:spPr>
          <a:xfrm>
            <a:off x="303229" y="1621497"/>
            <a:ext cx="1049353" cy="1069130"/>
          </a:xfrm>
          <a:custGeom>
            <a:avLst/>
            <a:gdLst/>
            <a:ahLst/>
            <a:cxnLst/>
            <a:rect l="l" t="t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1" name="Google Shape;161;p27"/>
          <p:cNvSpPr/>
          <p:nvPr/>
        </p:nvSpPr>
        <p:spPr>
          <a:xfrm rot="10800000">
            <a:off x="1487488" y="1643744"/>
            <a:ext cx="724406" cy="689945"/>
          </a:xfrm>
          <a:custGeom>
            <a:avLst/>
            <a:gdLst/>
            <a:ahLst/>
            <a:cxnLst/>
            <a:rect l="l" t="t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2" name="Google Shape;16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Big Letters">
  <p:cSld name="Section Header - Big Letters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5552182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0"/>
              <a:buFont typeface="Calibri"/>
              <a:buNone/>
              <a:defRPr sz="11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0" name="Google Shape;170;p28"/>
          <p:cNvGrpSpPr/>
          <p:nvPr/>
        </p:nvGrpSpPr>
        <p:grpSpPr>
          <a:xfrm>
            <a:off x="5231904" y="-1"/>
            <a:ext cx="6960097" cy="6661131"/>
            <a:chOff x="6384032" y="0"/>
            <a:chExt cx="5807969" cy="5558492"/>
          </a:xfrm>
        </p:grpSpPr>
        <p:sp>
          <p:nvSpPr>
            <p:cNvPr id="171" name="Google Shape;171;p28"/>
            <p:cNvSpPr/>
            <p:nvPr/>
          </p:nvSpPr>
          <p:spPr>
            <a:xfrm>
              <a:off x="8329881" y="1"/>
              <a:ext cx="3862120" cy="4184987"/>
            </a:xfrm>
            <a:custGeom>
              <a:avLst/>
              <a:gdLst/>
              <a:ahLst/>
              <a:cxnLst/>
              <a:rect l="l" t="t" r="r" b="b"/>
              <a:pathLst>
                <a:path w="3862120" h="4184987" extrusionOk="0">
                  <a:moveTo>
                    <a:pt x="72632" y="0"/>
                  </a:moveTo>
                  <a:lnTo>
                    <a:pt x="3862120" y="0"/>
                  </a:lnTo>
                  <a:lnTo>
                    <a:pt x="3862120" y="4018645"/>
                  </a:lnTo>
                  <a:lnTo>
                    <a:pt x="3849798" y="4027418"/>
                  </a:lnTo>
                  <a:cubicBezTo>
                    <a:pt x="3719683" y="4109955"/>
                    <a:pt x="3573386" y="4162923"/>
                    <a:pt x="3409263" y="4179440"/>
                  </a:cubicBezTo>
                  <a:cubicBezTo>
                    <a:pt x="2096287" y="4311293"/>
                    <a:pt x="139121" y="2061203"/>
                    <a:pt x="11722" y="786066"/>
                  </a:cubicBezTo>
                  <a:cubicBezTo>
                    <a:pt x="-12601" y="547032"/>
                    <a:pt x="1454" y="312714"/>
                    <a:pt x="49002" y="888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endParaRPr sz="30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72" name="Google Shape;172;p28"/>
            <p:cNvSpPr/>
            <p:nvPr/>
          </p:nvSpPr>
          <p:spPr>
            <a:xfrm>
              <a:off x="7390509" y="0"/>
              <a:ext cx="4801492" cy="4017462"/>
            </a:xfrm>
            <a:custGeom>
              <a:avLst/>
              <a:gdLst/>
              <a:ahLst/>
              <a:cxnLst/>
              <a:rect l="l" t="t" r="r" b="b"/>
              <a:pathLst>
                <a:path w="4801492" h="4017462" extrusionOk="0">
                  <a:moveTo>
                    <a:pt x="2063453" y="0"/>
                  </a:moveTo>
                  <a:lnTo>
                    <a:pt x="4801492" y="0"/>
                  </a:lnTo>
                  <a:lnTo>
                    <a:pt x="4801492" y="3620618"/>
                  </a:lnTo>
                  <a:lnTo>
                    <a:pt x="4540736" y="3716067"/>
                  </a:lnTo>
                  <a:cubicBezTo>
                    <a:pt x="4233752" y="3819100"/>
                    <a:pt x="3933647" y="3892546"/>
                    <a:pt x="3663094" y="3936581"/>
                  </a:cubicBezTo>
                  <a:cubicBezTo>
                    <a:pt x="2220509" y="4171435"/>
                    <a:pt x="473668" y="3898601"/>
                    <a:pt x="88907" y="3068732"/>
                  </a:cubicBezTo>
                  <a:cubicBezTo>
                    <a:pt x="-310361" y="2209732"/>
                    <a:pt x="694404" y="899190"/>
                    <a:pt x="1919217" y="89093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endParaRPr sz="30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73" name="Google Shape;173;p28"/>
            <p:cNvSpPr/>
            <p:nvPr/>
          </p:nvSpPr>
          <p:spPr>
            <a:xfrm>
              <a:off x="6831384" y="0"/>
              <a:ext cx="5360617" cy="3642236"/>
            </a:xfrm>
            <a:custGeom>
              <a:avLst/>
              <a:gdLst/>
              <a:ahLst/>
              <a:cxnLst/>
              <a:rect l="l" t="t" r="r" b="b"/>
              <a:pathLst>
                <a:path w="5360617" h="3642236" extrusionOk="0">
                  <a:moveTo>
                    <a:pt x="320472" y="0"/>
                  </a:moveTo>
                  <a:lnTo>
                    <a:pt x="5360617" y="0"/>
                  </a:lnTo>
                  <a:lnTo>
                    <a:pt x="5360617" y="3227025"/>
                  </a:lnTo>
                  <a:lnTo>
                    <a:pt x="5351732" y="3232995"/>
                  </a:lnTo>
                  <a:cubicBezTo>
                    <a:pt x="4933670" y="3488463"/>
                    <a:pt x="4475851" y="3642236"/>
                    <a:pt x="4028504" y="3642236"/>
                  </a:cubicBezTo>
                  <a:cubicBezTo>
                    <a:pt x="2596996" y="3642236"/>
                    <a:pt x="0" y="2067594"/>
                    <a:pt x="0" y="624863"/>
                  </a:cubicBezTo>
                  <a:cubicBezTo>
                    <a:pt x="0" y="354352"/>
                    <a:pt x="105767" y="161846"/>
                    <a:pt x="286013" y="23255"/>
                  </a:cubicBez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endParaRPr sz="30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74" name="Google Shape;174;p28"/>
            <p:cNvSpPr/>
            <p:nvPr/>
          </p:nvSpPr>
          <p:spPr>
            <a:xfrm>
              <a:off x="11397987" y="3867634"/>
              <a:ext cx="794014" cy="1182847"/>
            </a:xfrm>
            <a:custGeom>
              <a:avLst/>
              <a:gdLst/>
              <a:ahLst/>
              <a:cxnLst/>
              <a:rect l="l" t="t" r="r" b="b"/>
              <a:pathLst>
                <a:path w="794014" h="1182847" extrusionOk="0">
                  <a:moveTo>
                    <a:pt x="794014" y="0"/>
                  </a:moveTo>
                  <a:lnTo>
                    <a:pt x="794014" y="1127001"/>
                  </a:lnTo>
                  <a:lnTo>
                    <a:pt x="772413" y="1134386"/>
                  </a:lnTo>
                  <a:cubicBezTo>
                    <a:pt x="496558" y="1208896"/>
                    <a:pt x="195467" y="1197878"/>
                    <a:pt x="89247" y="1098613"/>
                  </a:cubicBezTo>
                  <a:cubicBezTo>
                    <a:pt x="-80777" y="939851"/>
                    <a:pt x="-224" y="579696"/>
                    <a:pt x="265906" y="295654"/>
                  </a:cubicBezTo>
                  <a:cubicBezTo>
                    <a:pt x="399007" y="154723"/>
                    <a:pt x="553905" y="59098"/>
                    <a:pt x="696781" y="1856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endParaRPr sz="30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75" name="Google Shape;175;p28"/>
            <p:cNvSpPr/>
            <p:nvPr/>
          </p:nvSpPr>
          <p:spPr>
            <a:xfrm>
              <a:off x="6384032" y="1648242"/>
              <a:ext cx="875650" cy="892153"/>
            </a:xfrm>
            <a:custGeom>
              <a:avLst/>
              <a:gdLst/>
              <a:ahLst/>
              <a:cxnLst/>
              <a:rect l="l" t="t" r="r" b="b"/>
              <a:pathLst>
                <a:path w="19088" h="18770" extrusionOk="0">
                  <a:moveTo>
                    <a:pt x="18567" y="15982"/>
                  </a:moveTo>
                  <a:cubicBezTo>
                    <a:pt x="20371" y="12782"/>
                    <a:pt x="17299" y="3276"/>
                    <a:pt x="12326" y="688"/>
                  </a:cubicBezTo>
                  <a:cubicBezTo>
                    <a:pt x="7352" y="-1900"/>
                    <a:pt x="2379" y="3418"/>
                    <a:pt x="575" y="6665"/>
                  </a:cubicBezTo>
                  <a:cubicBezTo>
                    <a:pt x="-1229" y="9865"/>
                    <a:pt x="1355" y="14571"/>
                    <a:pt x="6329" y="17159"/>
                  </a:cubicBezTo>
                  <a:cubicBezTo>
                    <a:pt x="11253" y="19700"/>
                    <a:pt x="16763" y="19182"/>
                    <a:pt x="18567" y="159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endParaRPr sz="30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76" name="Google Shape;176;p28"/>
            <p:cNvSpPr/>
            <p:nvPr/>
          </p:nvSpPr>
          <p:spPr>
            <a:xfrm>
              <a:off x="10139329" y="4982756"/>
              <a:ext cx="604493" cy="575736"/>
            </a:xfrm>
            <a:custGeom>
              <a:avLst/>
              <a:gdLst/>
              <a:ahLst/>
              <a:cxnLst/>
              <a:rect l="l" t="t" r="r" b="b"/>
              <a:pathLst>
                <a:path w="19202" h="18783" extrusionOk="0">
                  <a:moveTo>
                    <a:pt x="402" y="2508"/>
                  </a:moveTo>
                  <a:cubicBezTo>
                    <a:pt x="-1232" y="5646"/>
                    <a:pt x="2321" y="15132"/>
                    <a:pt x="7365" y="17978"/>
                  </a:cubicBezTo>
                  <a:cubicBezTo>
                    <a:pt x="12410" y="20751"/>
                    <a:pt x="17100" y="15716"/>
                    <a:pt x="18734" y="12651"/>
                  </a:cubicBezTo>
                  <a:cubicBezTo>
                    <a:pt x="20368" y="9513"/>
                    <a:pt x="17597" y="4770"/>
                    <a:pt x="12481" y="1997"/>
                  </a:cubicBezTo>
                  <a:cubicBezTo>
                    <a:pt x="7436" y="-849"/>
                    <a:pt x="2036" y="-630"/>
                    <a:pt x="402" y="25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endParaRPr sz="30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w Numbers">
  <p:cSld name="Title Only w Numbers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 txBox="1">
            <a:spLocks noGrp="1"/>
          </p:cNvSpPr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2" name="Google Shape;182;p29"/>
          <p:cNvSpPr/>
          <p:nvPr/>
        </p:nvSpPr>
        <p:spPr>
          <a:xfrm>
            <a:off x="861777" y="-2072"/>
            <a:ext cx="1197858" cy="1389174"/>
          </a:xfrm>
          <a:custGeom>
            <a:avLst/>
            <a:gdLst/>
            <a:ahLst/>
            <a:cxnLst/>
            <a:rect l="l" t="t" r="r" b="b"/>
            <a:pathLst>
              <a:path w="1197858" h="1389174" extrusionOk="0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3" name="Google Shape;183;p29"/>
          <p:cNvSpPr/>
          <p:nvPr/>
        </p:nvSpPr>
        <p:spPr>
          <a:xfrm>
            <a:off x="627460" y="140534"/>
            <a:ext cx="1772074" cy="1204775"/>
          </a:xfrm>
          <a:custGeom>
            <a:avLst/>
            <a:gdLst/>
            <a:ahLst/>
            <a:cxnLst/>
            <a:rect l="l" t="t" r="r" b="b"/>
            <a:pathLst>
              <a:path w="19589" h="18693" extrusionOk="0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4" name="Google Shape;184;p29"/>
          <p:cNvSpPr/>
          <p:nvPr/>
        </p:nvSpPr>
        <p:spPr>
          <a:xfrm>
            <a:off x="487968" y="51259"/>
            <a:ext cx="1745881" cy="1200451"/>
          </a:xfrm>
          <a:custGeom>
            <a:avLst/>
            <a:gdLst/>
            <a:ahLst/>
            <a:cxnLst/>
            <a:rect l="l" t="t" r="r" b="b"/>
            <a:pathLst>
              <a:path w="21600" h="19116" extrusionOk="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5" name="Google Shape;185;p29"/>
          <p:cNvSpPr/>
          <p:nvPr/>
        </p:nvSpPr>
        <p:spPr>
          <a:xfrm>
            <a:off x="889707" y="1402361"/>
            <a:ext cx="218435" cy="222553"/>
          </a:xfrm>
          <a:custGeom>
            <a:avLst/>
            <a:gdLst/>
            <a:ahLst/>
            <a:cxnLst/>
            <a:rect l="l" t="t" r="r" b="b"/>
            <a:pathLst>
              <a:path w="19088" h="18770" extrusionOk="0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6" name="Google Shape;186;p29"/>
          <p:cNvSpPr/>
          <p:nvPr/>
        </p:nvSpPr>
        <p:spPr>
          <a:xfrm>
            <a:off x="2281390" y="140534"/>
            <a:ext cx="150794" cy="143620"/>
          </a:xfrm>
          <a:custGeom>
            <a:avLst/>
            <a:gdLst/>
            <a:ahLst/>
            <a:cxnLst/>
            <a:rect l="l" t="t" r="r" b="b"/>
            <a:pathLst>
              <a:path w="19202" h="18783" extrusionOk="0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7" name="Google Shape;187;p29"/>
          <p:cNvSpPr txBox="1">
            <a:spLocks noGrp="1"/>
          </p:cNvSpPr>
          <p:nvPr>
            <p:ph type="body" idx="1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 b="1"/>
            </a:lvl1pPr>
            <a:lvl2pPr marL="914400" lvl="1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>
            <a:spLocks noGrp="1"/>
          </p:cNvSpPr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1" name="Google Shape;191;p3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2" name="Google Shape;192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3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8" name="Google Shape;198;p3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9" name="Google Shape;199;p3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00" name="Google Shape;200;p3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1" name="Google Shape;20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3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07" name="Google Shape;207;p3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08" name="Google Shape;208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3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3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15" name="Google Shape;215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4"/>
          <p:cNvSpPr txBox="1">
            <a:spLocks noGrp="1"/>
          </p:cNvSpPr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34"/>
          <p:cNvSpPr txBox="1">
            <a:spLocks noGrp="1"/>
          </p:cNvSpPr>
          <p:nvPr>
            <p:ph type="body" idx="1"/>
          </p:nvPr>
        </p:nvSpPr>
        <p:spPr>
          <a:xfrm rot="5400000">
            <a:off x="3785915" y="-1390922"/>
            <a:ext cx="4620171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1" name="Google Shape;221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3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7" name="Google Shape;227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title">
  <p:cSld name="TITLE">
    <p:bg>
      <p:bgPr>
        <a:solidFill>
          <a:srgbClr val="222A35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pen Sans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1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  <a:defRPr sz="3200">
                <a:solidFill>
                  <a:schemeClr val="accent2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7" name="Google Shape;237;p19"/>
          <p:cNvSpPr/>
          <p:nvPr/>
        </p:nvSpPr>
        <p:spPr>
          <a:xfrm>
            <a:off x="0" y="6021288"/>
            <a:ext cx="12192000" cy="8367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0456" y="6214072"/>
            <a:ext cx="1627773" cy="451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9"/>
          <p:cNvPicPr preferRelativeResize="0"/>
          <p:nvPr/>
        </p:nvPicPr>
        <p:blipFill rotWithShape="1">
          <a:blip r:embed="rId4">
            <a:alphaModFix/>
          </a:blip>
          <a:srcRect r="18500" b="19390"/>
          <a:stretch/>
        </p:blipFill>
        <p:spPr>
          <a:xfrm>
            <a:off x="11096512" y="4937768"/>
            <a:ext cx="1095488" cy="10835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0" name="Google Shape;240;p19"/>
          <p:cNvGrpSpPr/>
          <p:nvPr/>
        </p:nvGrpSpPr>
        <p:grpSpPr>
          <a:xfrm>
            <a:off x="8704796" y="6336792"/>
            <a:ext cx="1470980" cy="307777"/>
            <a:chOff x="8616280" y="6285754"/>
            <a:chExt cx="1470980" cy="307777"/>
          </a:xfrm>
        </p:grpSpPr>
        <p:sp>
          <p:nvSpPr>
            <p:cNvPr id="241" name="Google Shape;241;p19"/>
            <p:cNvSpPr txBox="1"/>
            <p:nvPr/>
          </p:nvSpPr>
          <p:spPr>
            <a:xfrm>
              <a:off x="8616280" y="6285754"/>
              <a:ext cx="1470980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AEABAB"/>
                  </a:solidFill>
                  <a:latin typeface="Calibri"/>
                  <a:ea typeface="Calibri"/>
                  <a:cs typeface="Calibri"/>
                  <a:sym typeface="Calibri"/>
                </a:rPr>
                <a:t>Made with       by </a:t>
              </a:r>
              <a:endParaRPr/>
            </a:p>
          </p:txBody>
        </p:sp>
        <p:sp>
          <p:nvSpPr>
            <p:cNvPr id="242" name="Google Shape;242;p19"/>
            <p:cNvSpPr/>
            <p:nvPr/>
          </p:nvSpPr>
          <p:spPr>
            <a:xfrm>
              <a:off x="9544347" y="6374509"/>
              <a:ext cx="152053" cy="130265"/>
            </a:xfrm>
            <a:custGeom>
              <a:avLst/>
              <a:gdLst/>
              <a:ahLst/>
              <a:cxnLst/>
              <a:rect l="l" t="t" r="r" b="b"/>
              <a:pathLst>
                <a:path w="504825" h="432707" extrusionOk="0">
                  <a:moveTo>
                    <a:pt x="134658" y="0"/>
                  </a:moveTo>
                  <a:cubicBezTo>
                    <a:pt x="146301" y="0"/>
                    <a:pt x="158180" y="2019"/>
                    <a:pt x="170294" y="6057"/>
                  </a:cubicBezTo>
                  <a:cubicBezTo>
                    <a:pt x="182407" y="10095"/>
                    <a:pt x="193676" y="15541"/>
                    <a:pt x="204099" y="22396"/>
                  </a:cubicBezTo>
                  <a:cubicBezTo>
                    <a:pt x="214522" y="29251"/>
                    <a:pt x="223490" y="35683"/>
                    <a:pt x="231002" y="41693"/>
                  </a:cubicBezTo>
                  <a:cubicBezTo>
                    <a:pt x="238514" y="47703"/>
                    <a:pt x="245652" y="54088"/>
                    <a:pt x="252412" y="60849"/>
                  </a:cubicBezTo>
                  <a:cubicBezTo>
                    <a:pt x="259174" y="54088"/>
                    <a:pt x="266310" y="47703"/>
                    <a:pt x="273823" y="41693"/>
                  </a:cubicBezTo>
                  <a:cubicBezTo>
                    <a:pt x="281334" y="35683"/>
                    <a:pt x="290303" y="29251"/>
                    <a:pt x="300726" y="22396"/>
                  </a:cubicBezTo>
                  <a:cubicBezTo>
                    <a:pt x="311149" y="15541"/>
                    <a:pt x="322417" y="10095"/>
                    <a:pt x="334531" y="6057"/>
                  </a:cubicBezTo>
                  <a:cubicBezTo>
                    <a:pt x="346645" y="2019"/>
                    <a:pt x="358524" y="0"/>
                    <a:pt x="370167" y="0"/>
                  </a:cubicBezTo>
                  <a:cubicBezTo>
                    <a:pt x="412236" y="0"/>
                    <a:pt x="445197" y="11644"/>
                    <a:pt x="469048" y="34932"/>
                  </a:cubicBezTo>
                  <a:cubicBezTo>
                    <a:pt x="492899" y="58220"/>
                    <a:pt x="504825" y="90523"/>
                    <a:pt x="504825" y="131840"/>
                  </a:cubicBezTo>
                  <a:cubicBezTo>
                    <a:pt x="504825" y="173346"/>
                    <a:pt x="483321" y="215602"/>
                    <a:pt x="440313" y="258610"/>
                  </a:cubicBezTo>
                  <a:lnTo>
                    <a:pt x="264807" y="427636"/>
                  </a:lnTo>
                  <a:cubicBezTo>
                    <a:pt x="261427" y="431017"/>
                    <a:pt x="257295" y="432707"/>
                    <a:pt x="252412" y="432707"/>
                  </a:cubicBezTo>
                  <a:cubicBezTo>
                    <a:pt x="247529" y="432707"/>
                    <a:pt x="243398" y="431017"/>
                    <a:pt x="240018" y="427636"/>
                  </a:cubicBezTo>
                  <a:lnTo>
                    <a:pt x="64230" y="258047"/>
                  </a:lnTo>
                  <a:cubicBezTo>
                    <a:pt x="62351" y="256544"/>
                    <a:pt x="59770" y="254103"/>
                    <a:pt x="56482" y="250722"/>
                  </a:cubicBezTo>
                  <a:cubicBezTo>
                    <a:pt x="53196" y="247342"/>
                    <a:pt x="47984" y="241191"/>
                    <a:pt x="40848" y="232270"/>
                  </a:cubicBezTo>
                  <a:cubicBezTo>
                    <a:pt x="33712" y="223349"/>
                    <a:pt x="27326" y="214194"/>
                    <a:pt x="21692" y="204803"/>
                  </a:cubicBezTo>
                  <a:cubicBezTo>
                    <a:pt x="16057" y="195413"/>
                    <a:pt x="11035" y="184051"/>
                    <a:pt x="6620" y="170717"/>
                  </a:cubicBezTo>
                  <a:cubicBezTo>
                    <a:pt x="2207" y="157382"/>
                    <a:pt x="0" y="144423"/>
                    <a:pt x="0" y="131840"/>
                  </a:cubicBezTo>
                  <a:cubicBezTo>
                    <a:pt x="0" y="90523"/>
                    <a:pt x="11926" y="58220"/>
                    <a:pt x="35777" y="34932"/>
                  </a:cubicBezTo>
                  <a:cubicBezTo>
                    <a:pt x="59629" y="11644"/>
                    <a:pt x="92588" y="0"/>
                    <a:pt x="134658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Calibri"/>
                <a:buNone/>
              </a:pPr>
              <a:endParaRPr sz="1350" b="0" i="0" u="none" strike="noStrike" cap="none">
                <a:solidFill>
                  <a:srgbClr val="AEABA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howeet">
  <p:cSld name="showeet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37"/>
          <p:cNvPicPr preferRelativeResize="0"/>
          <p:nvPr/>
        </p:nvPicPr>
        <p:blipFill rotWithShape="1">
          <a:blip r:embed="rId2">
            <a:alphaModFix/>
          </a:blip>
          <a:srcRect r="18500" b="19390"/>
          <a:stretch/>
        </p:blipFill>
        <p:spPr>
          <a:xfrm>
            <a:off x="11096512" y="5774480"/>
            <a:ext cx="1095488" cy="1083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8"/>
          <p:cNvSpPr txBox="1">
            <a:spLocks noGrp="1"/>
          </p:cNvSpPr>
          <p:nvPr>
            <p:ph type="title"/>
          </p:nvPr>
        </p:nvSpPr>
        <p:spPr>
          <a:xfrm>
            <a:off x="609600" y="137160"/>
            <a:ext cx="1097280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rgbClr val="2F3A46"/>
              </a:buClr>
              <a:buSzPts val="4000"/>
              <a:buFont typeface="Open Sans"/>
              <a:buNone/>
              <a:defRPr sz="4000" b="1" i="0" u="none" strike="noStrike" cap="none">
                <a:solidFill>
                  <a:srgbClr val="2F3A4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2" name="Google Shape;232;p18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3" name="Google Shape;233;p18"/>
          <p:cNvSpPr/>
          <p:nvPr/>
        </p:nvSpPr>
        <p:spPr>
          <a:xfrm rot="5400000">
            <a:off x="11604686" y="5799924"/>
            <a:ext cx="183915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 Copyright Showeet.com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631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8930" y="341031"/>
            <a:ext cx="2914141" cy="804743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6"/>
          <p:cNvSpPr/>
          <p:nvPr/>
        </p:nvSpPr>
        <p:spPr>
          <a:xfrm>
            <a:off x="2185947" y="2158991"/>
            <a:ext cx="7820106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Free creative templates, charts, diagrams and maps for your outstanding presentations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"/>
          <p:cNvSpPr txBox="1">
            <a:spLocks noGrp="1"/>
          </p:cNvSpPr>
          <p:nvPr>
            <p:ph type="ctrTitle"/>
          </p:nvPr>
        </p:nvSpPr>
        <p:spPr>
          <a:xfrm>
            <a:off x="1546821" y="994612"/>
            <a:ext cx="8816380" cy="7068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Clr>
                <a:srgbClr val="E4625C"/>
              </a:buClr>
              <a:buSzPts val="4000"/>
              <a:buFont typeface="Petrona"/>
              <a:buNone/>
            </a:pPr>
            <a:r>
              <a:rPr lang="en-US" sz="4000" dirty="0">
                <a:solidFill>
                  <a:srgbClr val="E4625C"/>
                </a:solidFill>
                <a:highlight>
                  <a:srgbClr val="E4E4E4"/>
                </a:highlight>
              </a:rPr>
              <a:t>Data Mining and Analytics  (CSDC - 0337) </a:t>
            </a:r>
            <a:br>
              <a:rPr lang="en-US" sz="4000" dirty="0">
                <a:solidFill>
                  <a:srgbClr val="E4625C"/>
                </a:solidFill>
                <a:highlight>
                  <a:srgbClr val="E4E4E4"/>
                </a:highlight>
              </a:rPr>
            </a:br>
            <a:r>
              <a:rPr lang="en-US" sz="4000" dirty="0">
                <a:solidFill>
                  <a:srgbClr val="E4625C"/>
                </a:solidFill>
                <a:highlight>
                  <a:srgbClr val="E4E4E4"/>
                </a:highlight>
              </a:rPr>
              <a:t>Lab Presentation</a:t>
            </a:r>
            <a:br>
              <a:rPr lang="en-US" sz="4000" dirty="0">
                <a:solidFill>
                  <a:srgbClr val="E4625C"/>
                </a:solidFill>
                <a:highlight>
                  <a:srgbClr val="E4E4E4"/>
                </a:highlight>
              </a:rPr>
            </a:br>
            <a:r>
              <a:rPr lang="en-US" sz="2800" dirty="0">
                <a:solidFill>
                  <a:srgbClr val="E4625C"/>
                </a:solidFill>
                <a:highlight>
                  <a:srgbClr val="E4E4E4"/>
                </a:highlight>
              </a:rPr>
              <a:t> </a:t>
            </a:r>
            <a:r>
              <a:rPr lang="en-US" sz="3600" dirty="0">
                <a:solidFill>
                  <a:srgbClr val="E4625C"/>
                </a:solidFill>
                <a:highlight>
                  <a:srgbClr val="E4E4E4"/>
                </a:highlight>
              </a:rPr>
              <a:t>Academic Insights: Research and Analysis of Student Performance and Engagement</a:t>
            </a:r>
            <a:br>
              <a:rPr lang="en-US" sz="4000" dirty="0">
                <a:solidFill>
                  <a:srgbClr val="E4625C"/>
                </a:solidFill>
                <a:highlight>
                  <a:srgbClr val="E4E4E4"/>
                </a:highlight>
              </a:rPr>
            </a:br>
            <a:br>
              <a:rPr lang="en-US" sz="4000" dirty="0">
                <a:solidFill>
                  <a:srgbClr val="E4625C"/>
                </a:solidFill>
                <a:highlight>
                  <a:srgbClr val="E4E4E4"/>
                </a:highlight>
              </a:rPr>
            </a:br>
            <a:endParaRPr sz="4000" dirty="0">
              <a:solidFill>
                <a:srgbClr val="E4625C"/>
              </a:solidFill>
              <a:highlight>
                <a:srgbClr val="E4E4E4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471" y="-71165"/>
            <a:ext cx="2588653" cy="1587397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  <a:reflection stA="50000" endA="275" endPos="40000" dist="101600" dir="5400000" sy="-100000" algn="bl" rotWithShape="0"/>
          </a:effectLst>
        </p:spPr>
      </p:pic>
      <p:sp>
        <p:nvSpPr>
          <p:cNvPr id="261" name="Google Shape;261;p2"/>
          <p:cNvSpPr txBox="1"/>
          <p:nvPr/>
        </p:nvSpPr>
        <p:spPr>
          <a:xfrm>
            <a:off x="-833641" y="2122018"/>
            <a:ext cx="8923820" cy="158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132291"/>
              </a:lnSpc>
              <a:spcBef>
                <a:spcPts val="0"/>
              </a:spcBef>
              <a:spcAft>
                <a:spcPts val="0"/>
              </a:spcAft>
              <a:buClr>
                <a:srgbClr val="E28489"/>
              </a:buClr>
              <a:buSzPts val="4800"/>
              <a:buFont typeface="Calibri"/>
              <a:buNone/>
            </a:pPr>
            <a:r>
              <a:rPr lang="en-US" sz="6000" b="1" i="0" u="none" strike="noStrike" cap="none" dirty="0">
                <a:solidFill>
                  <a:srgbClr val="E28489"/>
                </a:solidFill>
                <a:latin typeface="Calibri"/>
                <a:ea typeface="Calibri"/>
                <a:cs typeface="Calibri"/>
                <a:sym typeface="Calibri"/>
              </a:rPr>
              <a:t>TEAM INTRODUCTION</a:t>
            </a:r>
            <a:endParaRPr sz="6000" b="1" i="0" u="sng" strike="noStrike" cap="none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"/>
          <p:cNvSpPr txBox="1"/>
          <p:nvPr/>
        </p:nvSpPr>
        <p:spPr>
          <a:xfrm>
            <a:off x="735602" y="3429000"/>
            <a:ext cx="4431971" cy="172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/>
          </a:bodyPr>
          <a:lstStyle/>
          <a:p>
            <a:pPr marL="0" marR="0" lvl="0" indent="0" algn="l" rtl="0">
              <a:lnSpc>
                <a:spcPct val="176388"/>
              </a:lnSpc>
              <a:spcBef>
                <a:spcPts val="0"/>
              </a:spcBef>
              <a:spcAft>
                <a:spcPts val="0"/>
              </a:spcAft>
              <a:buClr>
                <a:srgbClr val="403551"/>
              </a:buClr>
              <a:buSzPts val="3600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403551"/>
                </a:solidFill>
                <a:latin typeface="Calibri"/>
                <a:ea typeface="Calibri"/>
                <a:cs typeface="Calibri"/>
                <a:sym typeface="Calibri"/>
              </a:rPr>
              <a:t>Vijay Solanki - 23103162</a:t>
            </a:r>
          </a:p>
          <a:p>
            <a:pPr marL="0" marR="0" lvl="0" indent="0" algn="l" rtl="0">
              <a:lnSpc>
                <a:spcPct val="176388"/>
              </a:lnSpc>
              <a:spcBef>
                <a:spcPts val="0"/>
              </a:spcBef>
              <a:spcAft>
                <a:spcPts val="0"/>
              </a:spcAft>
              <a:buClr>
                <a:srgbClr val="403551"/>
              </a:buClr>
              <a:buSzPts val="3600"/>
              <a:buFont typeface="Calibri"/>
              <a:buNone/>
            </a:pPr>
            <a:r>
              <a:rPr lang="en-US" sz="2800" b="1" dirty="0" err="1">
                <a:solidFill>
                  <a:srgbClr val="403551"/>
                </a:solidFill>
                <a:latin typeface="Calibri"/>
                <a:ea typeface="Calibri"/>
                <a:cs typeface="Calibri"/>
                <a:sym typeface="Calibri"/>
              </a:rPr>
              <a:t>Tejinderpal</a:t>
            </a:r>
            <a:r>
              <a:rPr lang="en-US" sz="2800" b="1" dirty="0">
                <a:solidFill>
                  <a:srgbClr val="403551"/>
                </a:solidFill>
                <a:latin typeface="Calibri"/>
                <a:ea typeface="Calibri"/>
                <a:cs typeface="Calibri"/>
                <a:sym typeface="Calibri"/>
              </a:rPr>
              <a:t> Singh - 23103153</a:t>
            </a:r>
            <a:endParaRPr sz="4400" b="1" i="0" u="none" strike="noStrike" cap="none" dirty="0">
              <a:solidFill>
                <a:srgbClr val="4035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"/>
          <p:cNvSpPr txBox="1">
            <a:spLocks noGrp="1"/>
          </p:cNvSpPr>
          <p:nvPr>
            <p:ph type="title"/>
          </p:nvPr>
        </p:nvSpPr>
        <p:spPr>
          <a:xfrm>
            <a:off x="335988" y="3063694"/>
            <a:ext cx="13224564" cy="3053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Fields Collected:</a:t>
            </a:r>
            <a:br>
              <a:rPr lang="en-US" sz="2400" dirty="0"/>
            </a:br>
            <a:r>
              <a:rPr lang="en-US" sz="2400" dirty="0"/>
              <a:t>  &gt; </a:t>
            </a:r>
            <a:r>
              <a:rPr lang="en-US" sz="2400" dirty="0">
                <a:solidFill>
                  <a:schemeClr val="accent6"/>
                </a:solidFill>
              </a:rPr>
              <a:t>Basic info</a:t>
            </a:r>
            <a:r>
              <a:rPr lang="en-US" sz="2400" dirty="0"/>
              <a:t>:  Name, Gender, Branch, Year of Study</a:t>
            </a:r>
            <a:br>
              <a:rPr lang="en-US" sz="2400" dirty="0"/>
            </a:br>
            <a:r>
              <a:rPr lang="en-US" sz="2400" dirty="0"/>
              <a:t>  &gt; </a:t>
            </a:r>
            <a:r>
              <a:rPr lang="en-US" sz="2400" dirty="0">
                <a:solidFill>
                  <a:schemeClr val="accent6"/>
                </a:solidFill>
              </a:rPr>
              <a:t>Academic Data</a:t>
            </a:r>
            <a:r>
              <a:rPr lang="en-US" sz="2400" dirty="0"/>
              <a:t>: 10th &amp; 12th marks, Current &amp; Previous CGPA</a:t>
            </a:r>
            <a:br>
              <a:rPr lang="en-US" sz="2400" dirty="0"/>
            </a:br>
            <a:r>
              <a:rPr lang="en-US" sz="2400" dirty="0"/>
              <a:t>  &gt; </a:t>
            </a:r>
            <a:r>
              <a:rPr lang="en-US" sz="2400" dirty="0">
                <a:solidFill>
                  <a:schemeClr val="accent6"/>
                </a:solidFill>
              </a:rPr>
              <a:t>Engagement Data</a:t>
            </a:r>
            <a:r>
              <a:rPr lang="en-US" sz="2400" dirty="0"/>
              <a:t>:  Extracurricular participation, Side interests, Motivation</a:t>
            </a:r>
            <a:br>
              <a:rPr lang="en-US" sz="2400" dirty="0"/>
            </a:br>
            <a:r>
              <a:rPr lang="en-US" sz="2400" dirty="0"/>
              <a:t>  &gt; </a:t>
            </a:r>
            <a:r>
              <a:rPr lang="en-US" sz="2400" dirty="0">
                <a:solidFill>
                  <a:schemeClr val="accent6"/>
                </a:solidFill>
              </a:rPr>
              <a:t>Opinion Data</a:t>
            </a:r>
            <a:r>
              <a:rPr lang="en-US" sz="2400" dirty="0"/>
              <a:t>:  College support rating, Academic satisfaction</a:t>
            </a:r>
            <a:br>
              <a:rPr lang="en-US" sz="2400" dirty="0"/>
            </a:br>
            <a:r>
              <a:rPr lang="en-US" sz="2400" dirty="0"/>
              <a:t>  &gt; </a:t>
            </a:r>
            <a:r>
              <a:rPr lang="en-US" sz="2400" b="1" dirty="0">
                <a:solidFill>
                  <a:schemeClr val="accent6"/>
                </a:solidFill>
              </a:rPr>
              <a:t>Sample Size</a:t>
            </a:r>
            <a:r>
              <a:rPr lang="en-US" sz="2400" b="1" dirty="0"/>
              <a:t>: </a:t>
            </a:r>
            <a:r>
              <a:rPr lang="en-US" sz="2400" dirty="0"/>
              <a:t> 1</a:t>
            </a:r>
            <a:r>
              <a:rPr lang="en-US" sz="2400" i="1" dirty="0"/>
              <a:t>40 students from NITJ CSE &amp; DS Dept.</a:t>
            </a:r>
            <a:br>
              <a:rPr lang="en-US" sz="2400" dirty="0"/>
            </a:br>
            <a:r>
              <a:rPr lang="en-US" sz="2400" dirty="0"/>
              <a:t>  &gt;</a:t>
            </a:r>
            <a:r>
              <a:rPr lang="en-US" sz="2400" b="1" dirty="0">
                <a:solidFill>
                  <a:schemeClr val="accent6"/>
                </a:solidFill>
              </a:rPr>
              <a:t>Data Type</a:t>
            </a:r>
            <a:r>
              <a:rPr lang="en-US" sz="2400" b="1" dirty="0"/>
              <a:t>: </a:t>
            </a:r>
            <a:r>
              <a:rPr lang="en-US" sz="2400" dirty="0"/>
              <a:t> Mostly categorical and numerical data</a:t>
            </a:r>
          </a:p>
        </p:txBody>
      </p:sp>
      <p:pic>
        <p:nvPicPr>
          <p:cNvPr id="270" name="Google Shape;27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75" y="2502"/>
            <a:ext cx="2694931" cy="155311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A3F710-620F-24CE-CE1C-29520B5CD30C}"/>
              </a:ext>
            </a:extLst>
          </p:cNvPr>
          <p:cNvSpPr txBox="1"/>
          <p:nvPr/>
        </p:nvSpPr>
        <p:spPr>
          <a:xfrm>
            <a:off x="335988" y="1391448"/>
            <a:ext cx="60944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9BE75"/>
                </a:solidFill>
                <a:latin typeface="Petrona"/>
                <a:ea typeface="Petrona"/>
                <a:cs typeface="Petrona"/>
                <a:sym typeface="Petrona"/>
              </a:rPr>
              <a:t>Data Collection :</a:t>
            </a:r>
            <a:r>
              <a:rPr lang="en-US" sz="4800" dirty="0">
                <a:solidFill>
                  <a:srgbClr val="F9BE75"/>
                </a:solidFill>
                <a:latin typeface="Petrona"/>
                <a:ea typeface="Petrona"/>
                <a:cs typeface="Petrona"/>
                <a:sym typeface="Petrona"/>
              </a:rPr>
              <a:t> 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677356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"/>
          <p:cNvSpPr txBox="1">
            <a:spLocks noGrp="1"/>
          </p:cNvSpPr>
          <p:nvPr>
            <p:ph type="title"/>
          </p:nvPr>
        </p:nvSpPr>
        <p:spPr>
          <a:xfrm>
            <a:off x="509724" y="1935948"/>
            <a:ext cx="10515600" cy="468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br>
              <a:rPr lang="en-US" sz="1800" dirty="0"/>
            </a:br>
            <a:r>
              <a:rPr lang="en-US" sz="2000" dirty="0"/>
              <a:t>1. Data Inspection:</a:t>
            </a:r>
            <a:br>
              <a:rPr lang="en-US" sz="1800" b="1" dirty="0"/>
            </a:br>
            <a:r>
              <a:rPr lang="en-US" sz="1800" b="1" dirty="0"/>
              <a:t>          </a:t>
            </a:r>
            <a:r>
              <a:rPr lang="en-US" sz="1800" dirty="0"/>
              <a:t> &gt;  Checked data types and value counts for each column.</a:t>
            </a:r>
            <a:br>
              <a:rPr lang="en-US" sz="1800" dirty="0"/>
            </a:br>
            <a:r>
              <a:rPr lang="en-US" sz="2000" dirty="0"/>
              <a:t>2. Handling Missing Values:</a:t>
            </a:r>
            <a:br>
              <a:rPr lang="en-US" sz="1800" dirty="0"/>
            </a:br>
            <a:r>
              <a:rPr lang="en-US" sz="1800" dirty="0"/>
              <a:t>           &gt;  Replaced blanks with “Not Specified” for categorical fields.</a:t>
            </a:r>
            <a:br>
              <a:rPr lang="en-US" sz="1800" dirty="0"/>
            </a:br>
            <a:r>
              <a:rPr lang="en-US" sz="1800" dirty="0"/>
              <a:t>           &gt;  Calculated mean/median for missing numeric values (e.g., CGPA).</a:t>
            </a:r>
            <a:br>
              <a:rPr lang="en-US" sz="1800" dirty="0"/>
            </a:br>
            <a:r>
              <a:rPr lang="en-US" sz="2000" dirty="0"/>
              <a:t>3. Encoding Categorical Data:</a:t>
            </a:r>
            <a:br>
              <a:rPr lang="en-US" sz="1800" dirty="0"/>
            </a:br>
            <a:r>
              <a:rPr lang="en-US" sz="1800" dirty="0"/>
              <a:t>           &gt;  Gender, Motivation, and Yes/No fields encoded numerically (for model-ready data).</a:t>
            </a:r>
            <a:br>
              <a:rPr lang="en-US" sz="1800" dirty="0"/>
            </a:br>
            <a:r>
              <a:rPr lang="en-US" sz="2000" dirty="0"/>
              <a:t>4. Standardization:</a:t>
            </a:r>
            <a:br>
              <a:rPr lang="en-US" sz="1800" dirty="0"/>
            </a:br>
            <a:r>
              <a:rPr lang="en-US" sz="1800" dirty="0"/>
              <a:t>           &gt;  Converted CGPA to float and percentages to numeric scale.</a:t>
            </a:r>
            <a:br>
              <a:rPr lang="en-US" sz="1800" dirty="0"/>
            </a:br>
            <a:r>
              <a:rPr lang="en-US" sz="1800" dirty="0"/>
              <a:t>           &gt;  Ensured uniform labels (e.g., “CSE” instead of mixed “</a:t>
            </a:r>
            <a:r>
              <a:rPr lang="en-US" sz="1800" dirty="0" err="1"/>
              <a:t>cse</a:t>
            </a:r>
            <a:r>
              <a:rPr lang="en-US" sz="1800" dirty="0"/>
              <a:t>/CSE”).</a:t>
            </a:r>
            <a:br>
              <a:rPr lang="en-US" sz="1800" dirty="0"/>
            </a:br>
            <a:r>
              <a:rPr lang="en-US" sz="2000" dirty="0"/>
              <a:t>5. Exploratory Summary:</a:t>
            </a:r>
            <a:br>
              <a:rPr lang="en-US" sz="1800" dirty="0"/>
            </a:br>
            <a:r>
              <a:rPr lang="en-US" sz="1800" dirty="0"/>
              <a:t>           &gt;  Found average CGPA, participation rates, and satisfaction scores.</a:t>
            </a:r>
            <a:br>
              <a:rPr lang="en-US" sz="1800" dirty="0"/>
            </a:br>
            <a:r>
              <a:rPr lang="en-US" sz="1800" dirty="0"/>
              <a:t>           &gt;  Noted early trends like correlation between side interests and consistent CGPA.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A3F710-620F-24CE-CE1C-29520B5CD30C}"/>
              </a:ext>
            </a:extLst>
          </p:cNvPr>
          <p:cNvSpPr txBox="1"/>
          <p:nvPr/>
        </p:nvSpPr>
        <p:spPr>
          <a:xfrm>
            <a:off x="2347668" y="239162"/>
            <a:ext cx="60944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9BE75"/>
                </a:solidFill>
                <a:latin typeface="Petrona"/>
                <a:ea typeface="Petrona"/>
                <a:cs typeface="Petrona"/>
                <a:sym typeface="Petrona"/>
              </a:rPr>
              <a:t>Data Exploration :</a:t>
            </a:r>
            <a:r>
              <a:rPr lang="en-US" sz="4800" dirty="0">
                <a:solidFill>
                  <a:srgbClr val="F9BE75"/>
                </a:solidFill>
                <a:latin typeface="Petrona"/>
                <a:ea typeface="Petrona"/>
                <a:cs typeface="Petrona"/>
                <a:sym typeface="Petrona"/>
              </a:rPr>
              <a:t> </a:t>
            </a:r>
            <a:endParaRPr lang="en-US" sz="4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674B08-F1FC-7C96-A71A-338B7C5CD6C9}"/>
              </a:ext>
            </a:extLst>
          </p:cNvPr>
          <p:cNvSpPr txBox="1"/>
          <p:nvPr/>
        </p:nvSpPr>
        <p:spPr>
          <a:xfrm>
            <a:off x="166561" y="1514950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Steps Performed </a:t>
            </a:r>
            <a:r>
              <a:rPr lang="en-US" sz="2400" dirty="0">
                <a:solidFill>
                  <a:schemeClr val="accent6"/>
                </a:solidFill>
              </a:rPr>
              <a:t>: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"/>
          <p:cNvSpPr txBox="1">
            <a:spLocks noGrp="1"/>
          </p:cNvSpPr>
          <p:nvPr>
            <p:ph type="title"/>
          </p:nvPr>
        </p:nvSpPr>
        <p:spPr>
          <a:xfrm>
            <a:off x="2615608" y="144355"/>
            <a:ext cx="9845748" cy="1766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chemeClr val="accent6"/>
              </a:buClr>
            </a:pPr>
            <a:r>
              <a:rPr lang="en-US" sz="4000" dirty="0">
                <a:solidFill>
                  <a:schemeClr val="accent6"/>
                </a:solidFill>
              </a:rPr>
              <a:t>Purpose : </a:t>
            </a:r>
            <a:r>
              <a:rPr lang="en-US" sz="3200" dirty="0"/>
              <a:t>Collect and analyze academic data from students to understand performance, motivation, satisfaction, and extracurricular engagement </a:t>
            </a:r>
            <a:endParaRPr lang="en-US" sz="4000" dirty="0"/>
          </a:p>
        </p:txBody>
      </p:sp>
      <p:sp>
        <p:nvSpPr>
          <p:cNvPr id="278" name="Google Shape;278;p4"/>
          <p:cNvSpPr txBox="1">
            <a:spLocks noGrp="1"/>
          </p:cNvSpPr>
          <p:nvPr>
            <p:ph type="body" idx="2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</a:pPr>
            <a:r>
              <a:rPr lang="en-US" dirty="0"/>
              <a:t>05</a:t>
            </a:r>
            <a:endParaRPr dirty="0"/>
          </a:p>
        </p:txBody>
      </p:sp>
      <p:sp>
        <p:nvSpPr>
          <p:cNvPr id="2" name="Google Shape;276;p4">
            <a:extLst>
              <a:ext uri="{FF2B5EF4-FFF2-40B4-BE49-F238E27FC236}">
                <a16:creationId xmlns:a16="http://schemas.microsoft.com/office/drawing/2014/main" id="{2D3E6332-387A-5E19-69E4-F8B23795CC8D}"/>
              </a:ext>
            </a:extLst>
          </p:cNvPr>
          <p:cNvSpPr txBox="1">
            <a:spLocks/>
          </p:cNvSpPr>
          <p:nvPr/>
        </p:nvSpPr>
        <p:spPr>
          <a:xfrm>
            <a:off x="267740" y="1268761"/>
            <a:ext cx="4994819" cy="2564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  <a:defRPr sz="4400" b="1" i="0" u="none" strike="noStrike" cap="none">
                <a:solidFill>
                  <a:srgbClr val="DED9E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accent6"/>
              </a:buClr>
            </a:pPr>
            <a:r>
              <a:rPr lang="en-US" dirty="0">
                <a:solidFill>
                  <a:schemeClr val="accent6"/>
                </a:solidFill>
              </a:rPr>
              <a:t>Why its Important:</a:t>
            </a: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31A4216-7203-9FE1-410E-68F6E8D97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740" y="3102862"/>
            <a:ext cx="11493852" cy="2949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Times New Roman" panose="02020603050405020304" pitchFamily="18" charset="0"/>
              </a:rPr>
              <a:t>Academic success is influenced not only by studying but also by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Times New Roman" panose="02020603050405020304" pitchFamily="18" charset="0"/>
              </a:rPr>
              <a:t>psychological and environmental factors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Times New Roman" panose="02020603050405020304" pitchFamily="18" charset="0"/>
              </a:rPr>
              <a:t>Many students face challenges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Times New Roman" panose="02020603050405020304" pitchFamily="18" charset="0"/>
              </a:rPr>
              <a:t>time management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Times New Roman" panose="02020603050405020304" pitchFamily="18" charset="0"/>
              </a:rPr>
              <a:t>health issues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Times New Roman" panose="02020603050405020304" pitchFamily="18" charset="0"/>
              </a:rPr>
              <a:t>peer pressure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Times New Roman" panose="02020603050405020304" pitchFamily="18" charset="0"/>
              </a:rPr>
              <a:t> that go unnoticed.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Times New Roman" panose="02020603050405020304" pitchFamily="18" charset="0"/>
              </a:rPr>
              <a:t>Helps colleges identify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Times New Roman" panose="02020603050405020304" pitchFamily="18" charset="0"/>
              </a:rPr>
              <a:t>patterns of academic decline or improvement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Times New Roman" panose="02020603050405020304" pitchFamily="18" charset="0"/>
              </a:rPr>
              <a:t> early.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Times New Roman" panose="02020603050405020304" pitchFamily="18" charset="0"/>
              </a:rPr>
              <a:t>Provides data to improve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Times New Roman" panose="02020603050405020304" pitchFamily="18" charset="0"/>
              </a:rPr>
              <a:t>academic mentoring programs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Times New Roman" panose="02020603050405020304" pitchFamily="18" charset="0"/>
              </a:rPr>
              <a:t>attendance policies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Times New Roman" panose="02020603050405020304" pitchFamily="18" charset="0"/>
              </a:rPr>
              <a:t>,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Times New Roman" panose="02020603050405020304" pitchFamily="18" charset="0"/>
              </a:rPr>
              <a:t>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Times New Roman" panose="02020603050405020304" pitchFamily="18" charset="0"/>
              </a:rPr>
              <a:t>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Times New Roman" panose="02020603050405020304" pitchFamily="18" charset="0"/>
              </a:rPr>
              <a:t>student support initiatives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Times New Roman" panose="02020603050405020304" pitchFamily="18" charset="0"/>
              </a:rPr>
              <a:t>Encourages awareness among students about how their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Times New Roman" panose="02020603050405020304" pitchFamily="18" charset="0"/>
              </a:rPr>
              <a:t>side interests and motivation styles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b="1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Times New Roman" panose="02020603050405020304" pitchFamily="18" charset="0"/>
              </a:rPr>
              <a:t> affect academic performance.</a:t>
            </a:r>
          </a:p>
        </p:txBody>
      </p:sp>
    </p:spTree>
    <p:extLst>
      <p:ext uri="{BB962C8B-B14F-4D97-AF65-F5344CB8AC3E}">
        <p14:creationId xmlns:p14="http://schemas.microsoft.com/office/powerpoint/2010/main" val="772767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6"/>
          <p:cNvGrpSpPr/>
          <p:nvPr/>
        </p:nvGrpSpPr>
        <p:grpSpPr>
          <a:xfrm>
            <a:off x="1973933" y="744082"/>
            <a:ext cx="8875401" cy="5932637"/>
            <a:chOff x="-3088222" y="-741471"/>
            <a:chExt cx="15911233" cy="12969744"/>
          </a:xfrm>
        </p:grpSpPr>
        <p:grpSp>
          <p:nvGrpSpPr>
            <p:cNvPr id="337" name="Google Shape;337;p6"/>
            <p:cNvGrpSpPr/>
            <p:nvPr/>
          </p:nvGrpSpPr>
          <p:grpSpPr>
            <a:xfrm>
              <a:off x="-3088222" y="1265296"/>
              <a:ext cx="15911233" cy="5047488"/>
              <a:chOff x="-3075088" y="1268760"/>
              <a:chExt cx="15911233" cy="5047488"/>
            </a:xfrm>
          </p:grpSpPr>
          <p:cxnSp>
            <p:nvCxnSpPr>
              <p:cNvPr id="338" name="Google Shape;338;p6"/>
              <p:cNvCxnSpPr/>
              <p:nvPr/>
            </p:nvCxnSpPr>
            <p:spPr>
              <a:xfrm>
                <a:off x="274898" y="1268760"/>
                <a:ext cx="1163902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39" name="Google Shape;339;p6"/>
              <p:cNvCxnSpPr/>
              <p:nvPr/>
            </p:nvCxnSpPr>
            <p:spPr>
              <a:xfrm>
                <a:off x="620607" y="2215164"/>
                <a:ext cx="1163902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0" name="Google Shape;340;p6"/>
              <p:cNvCxnSpPr/>
              <p:nvPr/>
            </p:nvCxnSpPr>
            <p:spPr>
              <a:xfrm>
                <a:off x="274898" y="1899696"/>
                <a:ext cx="1163902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1" name="Google Shape;341;p6"/>
              <p:cNvCxnSpPr/>
              <p:nvPr/>
            </p:nvCxnSpPr>
            <p:spPr>
              <a:xfrm>
                <a:off x="274898" y="2215164"/>
                <a:ext cx="1163902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2" name="Google Shape;342;p6"/>
              <p:cNvCxnSpPr/>
              <p:nvPr/>
            </p:nvCxnSpPr>
            <p:spPr>
              <a:xfrm>
                <a:off x="274898" y="2530632"/>
                <a:ext cx="1163902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3" name="Google Shape;343;p6"/>
              <p:cNvCxnSpPr/>
              <p:nvPr/>
            </p:nvCxnSpPr>
            <p:spPr>
              <a:xfrm>
                <a:off x="274898" y="2846100"/>
                <a:ext cx="1163902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4" name="Google Shape;344;p6"/>
              <p:cNvCxnSpPr/>
              <p:nvPr/>
            </p:nvCxnSpPr>
            <p:spPr>
              <a:xfrm>
                <a:off x="-3075088" y="3741321"/>
                <a:ext cx="1163902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5" name="Google Shape;345;p6"/>
              <p:cNvCxnSpPr/>
              <p:nvPr/>
            </p:nvCxnSpPr>
            <p:spPr>
              <a:xfrm>
                <a:off x="274898" y="3477036"/>
                <a:ext cx="1163902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6" name="Google Shape;346;p6"/>
              <p:cNvCxnSpPr/>
              <p:nvPr/>
            </p:nvCxnSpPr>
            <p:spPr>
              <a:xfrm>
                <a:off x="274898" y="3792504"/>
                <a:ext cx="1163902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7" name="Google Shape;347;p6"/>
              <p:cNvCxnSpPr/>
              <p:nvPr/>
            </p:nvCxnSpPr>
            <p:spPr>
              <a:xfrm>
                <a:off x="1197117" y="3196109"/>
                <a:ext cx="1163902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8" name="Google Shape;348;p6"/>
              <p:cNvCxnSpPr/>
              <p:nvPr/>
            </p:nvCxnSpPr>
            <p:spPr>
              <a:xfrm>
                <a:off x="274898" y="4423440"/>
                <a:ext cx="1163902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9" name="Google Shape;349;p6"/>
              <p:cNvCxnSpPr/>
              <p:nvPr/>
            </p:nvCxnSpPr>
            <p:spPr>
              <a:xfrm>
                <a:off x="274898" y="4738908"/>
                <a:ext cx="1163902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50" name="Google Shape;350;p6"/>
              <p:cNvCxnSpPr/>
              <p:nvPr/>
            </p:nvCxnSpPr>
            <p:spPr>
              <a:xfrm>
                <a:off x="274898" y="5054376"/>
                <a:ext cx="1163902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51" name="Google Shape;351;p6"/>
              <p:cNvCxnSpPr/>
              <p:nvPr/>
            </p:nvCxnSpPr>
            <p:spPr>
              <a:xfrm>
                <a:off x="274898" y="5369844"/>
                <a:ext cx="1163902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52" name="Google Shape;352;p6"/>
              <p:cNvCxnSpPr/>
              <p:nvPr/>
            </p:nvCxnSpPr>
            <p:spPr>
              <a:xfrm>
                <a:off x="274898" y="5685312"/>
                <a:ext cx="1163902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53" name="Google Shape;353;p6"/>
              <p:cNvCxnSpPr/>
              <p:nvPr/>
            </p:nvCxnSpPr>
            <p:spPr>
              <a:xfrm>
                <a:off x="274898" y="6000780"/>
                <a:ext cx="1163902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54" name="Google Shape;354;p6"/>
              <p:cNvCxnSpPr/>
              <p:nvPr/>
            </p:nvCxnSpPr>
            <p:spPr>
              <a:xfrm>
                <a:off x="274898" y="6316248"/>
                <a:ext cx="1163902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355" name="Google Shape;355;p6"/>
            <p:cNvGrpSpPr/>
            <p:nvPr/>
          </p:nvGrpSpPr>
          <p:grpSpPr>
            <a:xfrm>
              <a:off x="-1146000" y="-741471"/>
              <a:ext cx="12272011" cy="12969744"/>
              <a:chOff x="-807822" y="-741471"/>
              <a:chExt cx="12272011" cy="12969744"/>
            </a:xfrm>
          </p:grpSpPr>
          <p:cxnSp>
            <p:nvCxnSpPr>
              <p:cNvPr id="356" name="Google Shape;356;p6"/>
              <p:cNvCxnSpPr/>
              <p:nvPr/>
            </p:nvCxnSpPr>
            <p:spPr>
              <a:xfrm rot="5400000">
                <a:off x="3683155" y="3789040"/>
                <a:ext cx="547260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57" name="Google Shape;357;p6"/>
              <p:cNvCxnSpPr/>
              <p:nvPr/>
            </p:nvCxnSpPr>
            <p:spPr>
              <a:xfrm rot="5400000">
                <a:off x="3367859" y="3789040"/>
                <a:ext cx="547260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58" name="Google Shape;358;p6"/>
              <p:cNvCxnSpPr/>
              <p:nvPr/>
            </p:nvCxnSpPr>
            <p:spPr>
              <a:xfrm rot="5400000">
                <a:off x="3052563" y="3789040"/>
                <a:ext cx="547260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59" name="Google Shape;359;p6"/>
              <p:cNvCxnSpPr/>
              <p:nvPr/>
            </p:nvCxnSpPr>
            <p:spPr>
              <a:xfrm rot="5400000">
                <a:off x="2730967" y="4330138"/>
                <a:ext cx="5472607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60" name="Google Shape;360;p6"/>
              <p:cNvCxnSpPr/>
              <p:nvPr/>
            </p:nvCxnSpPr>
            <p:spPr>
              <a:xfrm rot="5400000">
                <a:off x="2421971" y="3789040"/>
                <a:ext cx="547260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61" name="Google Shape;361;p6"/>
              <p:cNvCxnSpPr/>
              <p:nvPr/>
            </p:nvCxnSpPr>
            <p:spPr>
              <a:xfrm rot="5400000">
                <a:off x="3948744" y="9491969"/>
                <a:ext cx="547260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62" name="Google Shape;362;p6"/>
              <p:cNvCxnSpPr/>
              <p:nvPr/>
            </p:nvCxnSpPr>
            <p:spPr>
              <a:xfrm rot="5400000">
                <a:off x="1812193" y="3720097"/>
                <a:ext cx="5472607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63" name="Google Shape;363;p6"/>
              <p:cNvCxnSpPr/>
              <p:nvPr/>
            </p:nvCxnSpPr>
            <p:spPr>
              <a:xfrm rot="5400000">
                <a:off x="1476083" y="3789040"/>
                <a:ext cx="547260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64" name="Google Shape;364;p6"/>
              <p:cNvCxnSpPr/>
              <p:nvPr/>
            </p:nvCxnSpPr>
            <p:spPr>
              <a:xfrm rot="5400000">
                <a:off x="1160787" y="3789040"/>
                <a:ext cx="547260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65" name="Google Shape;365;p6"/>
              <p:cNvCxnSpPr/>
              <p:nvPr/>
            </p:nvCxnSpPr>
            <p:spPr>
              <a:xfrm rot="5400000">
                <a:off x="845491" y="3789040"/>
                <a:ext cx="547260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66" name="Google Shape;366;p6"/>
              <p:cNvCxnSpPr/>
              <p:nvPr/>
            </p:nvCxnSpPr>
            <p:spPr>
              <a:xfrm rot="5400000">
                <a:off x="741697" y="4731444"/>
                <a:ext cx="547260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67" name="Google Shape;367;p6"/>
              <p:cNvCxnSpPr/>
              <p:nvPr/>
            </p:nvCxnSpPr>
            <p:spPr>
              <a:xfrm rot="5400000">
                <a:off x="214899" y="3789040"/>
                <a:ext cx="547260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68" name="Google Shape;368;p6"/>
              <p:cNvCxnSpPr/>
              <p:nvPr/>
            </p:nvCxnSpPr>
            <p:spPr>
              <a:xfrm rot="5400000">
                <a:off x="-100397" y="3789040"/>
                <a:ext cx="547260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69" name="Google Shape;369;p6"/>
              <p:cNvCxnSpPr/>
              <p:nvPr/>
            </p:nvCxnSpPr>
            <p:spPr>
              <a:xfrm rot="5400000">
                <a:off x="-100398" y="5339125"/>
                <a:ext cx="547260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70" name="Google Shape;370;p6"/>
              <p:cNvCxnSpPr/>
              <p:nvPr/>
            </p:nvCxnSpPr>
            <p:spPr>
              <a:xfrm rot="5400000">
                <a:off x="-3544126" y="4019360"/>
                <a:ext cx="547260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71" name="Google Shape;371;p6"/>
              <p:cNvCxnSpPr/>
              <p:nvPr/>
            </p:nvCxnSpPr>
            <p:spPr>
              <a:xfrm rot="5400000">
                <a:off x="-1489096" y="3903503"/>
                <a:ext cx="547260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72" name="Google Shape;372;p6"/>
              <p:cNvCxnSpPr/>
              <p:nvPr/>
            </p:nvCxnSpPr>
            <p:spPr>
              <a:xfrm rot="5400000">
                <a:off x="-1665330" y="1994833"/>
                <a:ext cx="547260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73" name="Google Shape;373;p6"/>
              <p:cNvCxnSpPr/>
              <p:nvPr/>
            </p:nvCxnSpPr>
            <p:spPr>
              <a:xfrm rot="5400000">
                <a:off x="8727885" y="3789040"/>
                <a:ext cx="547260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74" name="Google Shape;374;p6"/>
              <p:cNvCxnSpPr/>
              <p:nvPr/>
            </p:nvCxnSpPr>
            <p:spPr>
              <a:xfrm rot="5400000">
                <a:off x="8412595" y="3789040"/>
                <a:ext cx="547260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75" name="Google Shape;375;p6"/>
              <p:cNvCxnSpPr/>
              <p:nvPr/>
            </p:nvCxnSpPr>
            <p:spPr>
              <a:xfrm rot="5400000">
                <a:off x="8097299" y="3789040"/>
                <a:ext cx="547260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76" name="Google Shape;376;p6"/>
              <p:cNvCxnSpPr/>
              <p:nvPr/>
            </p:nvCxnSpPr>
            <p:spPr>
              <a:xfrm rot="5400000">
                <a:off x="7782003" y="3789040"/>
                <a:ext cx="547260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77" name="Google Shape;377;p6"/>
              <p:cNvCxnSpPr/>
              <p:nvPr/>
            </p:nvCxnSpPr>
            <p:spPr>
              <a:xfrm rot="5400000">
                <a:off x="7466707" y="3789040"/>
                <a:ext cx="547260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78" name="Google Shape;378;p6"/>
              <p:cNvCxnSpPr/>
              <p:nvPr/>
            </p:nvCxnSpPr>
            <p:spPr>
              <a:xfrm rot="5400000">
                <a:off x="7151411" y="3789040"/>
                <a:ext cx="547260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79" name="Google Shape;379;p6"/>
              <p:cNvCxnSpPr/>
              <p:nvPr/>
            </p:nvCxnSpPr>
            <p:spPr>
              <a:xfrm rot="5400000">
                <a:off x="6836115" y="3789040"/>
                <a:ext cx="547260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80" name="Google Shape;380;p6"/>
              <p:cNvCxnSpPr/>
              <p:nvPr/>
            </p:nvCxnSpPr>
            <p:spPr>
              <a:xfrm rot="5400000">
                <a:off x="6520819" y="3789040"/>
                <a:ext cx="547260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81" name="Google Shape;381;p6"/>
              <p:cNvCxnSpPr/>
              <p:nvPr/>
            </p:nvCxnSpPr>
            <p:spPr>
              <a:xfrm rot="5400000">
                <a:off x="6205523" y="3789040"/>
                <a:ext cx="547260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82" name="Google Shape;382;p6"/>
              <p:cNvCxnSpPr/>
              <p:nvPr/>
            </p:nvCxnSpPr>
            <p:spPr>
              <a:xfrm rot="5400000">
                <a:off x="5890227" y="3789040"/>
                <a:ext cx="547260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83" name="Google Shape;383;p6"/>
              <p:cNvCxnSpPr/>
              <p:nvPr/>
            </p:nvCxnSpPr>
            <p:spPr>
              <a:xfrm rot="5400000">
                <a:off x="5574931" y="3789040"/>
                <a:ext cx="547260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84" name="Google Shape;384;p6"/>
              <p:cNvCxnSpPr/>
              <p:nvPr/>
            </p:nvCxnSpPr>
            <p:spPr>
              <a:xfrm rot="5400000">
                <a:off x="5259635" y="3789040"/>
                <a:ext cx="547260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85" name="Google Shape;385;p6"/>
              <p:cNvCxnSpPr/>
              <p:nvPr/>
            </p:nvCxnSpPr>
            <p:spPr>
              <a:xfrm rot="5400000">
                <a:off x="4944339" y="3789040"/>
                <a:ext cx="547260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86" name="Google Shape;386;p6"/>
              <p:cNvCxnSpPr/>
              <p:nvPr/>
            </p:nvCxnSpPr>
            <p:spPr>
              <a:xfrm rot="5400000">
                <a:off x="4629043" y="3789040"/>
                <a:ext cx="547260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87" name="Google Shape;387;p6"/>
              <p:cNvCxnSpPr/>
              <p:nvPr/>
            </p:nvCxnSpPr>
            <p:spPr>
              <a:xfrm rot="5400000">
                <a:off x="4313747" y="3789040"/>
                <a:ext cx="547260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88" name="Google Shape;388;p6"/>
              <p:cNvCxnSpPr/>
              <p:nvPr/>
            </p:nvCxnSpPr>
            <p:spPr>
              <a:xfrm rot="5400000">
                <a:off x="3998451" y="3789040"/>
                <a:ext cx="5472608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2F2F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sp>
        <p:nvSpPr>
          <p:cNvPr id="389" name="Google Shape;389;p6"/>
          <p:cNvSpPr/>
          <p:nvPr/>
        </p:nvSpPr>
        <p:spPr>
          <a:xfrm>
            <a:off x="1478113" y="213447"/>
            <a:ext cx="9235773" cy="83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etrona"/>
              <a:buNone/>
            </a:pPr>
            <a:r>
              <a:rPr lang="en-US" sz="4800" b="1" dirty="0">
                <a:solidFill>
                  <a:schemeClr val="accent2"/>
                </a:solidFill>
                <a:latin typeface="Petrona"/>
                <a:ea typeface="Petrona"/>
                <a:cs typeface="Petrona"/>
                <a:sym typeface="Petrona"/>
              </a:rPr>
              <a:t>Steps Performed :</a:t>
            </a:r>
            <a:endParaRPr sz="5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6"/>
          <p:cNvSpPr/>
          <p:nvPr/>
        </p:nvSpPr>
        <p:spPr>
          <a:xfrm>
            <a:off x="1670024" y="2065115"/>
            <a:ext cx="3240405" cy="405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50"/>
              <a:buFont typeface="Petrona"/>
              <a:buNone/>
            </a:pPr>
            <a:r>
              <a:rPr lang="en-US" sz="25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Exploration</a:t>
            </a:r>
            <a:endParaRPr sz="255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6"/>
          <p:cNvSpPr/>
          <p:nvPr/>
        </p:nvSpPr>
        <p:spPr>
          <a:xfrm>
            <a:off x="2596832" y="2733206"/>
            <a:ext cx="7121696" cy="3245827"/>
          </a:xfrm>
          <a:custGeom>
            <a:avLst/>
            <a:gdLst/>
            <a:ahLst/>
            <a:cxnLst/>
            <a:rect l="l" t="t" r="r" b="b"/>
            <a:pathLst>
              <a:path w="9834258" h="4297528" extrusionOk="0">
                <a:moveTo>
                  <a:pt x="9834258" y="0"/>
                </a:moveTo>
                <a:cubicBezTo>
                  <a:pt x="8600404" y="300892"/>
                  <a:pt x="6238101" y="-414813"/>
                  <a:pt x="5810052" y="641579"/>
                </a:cubicBezTo>
                <a:cubicBezTo>
                  <a:pt x="5382003" y="1697971"/>
                  <a:pt x="7935544" y="2483139"/>
                  <a:pt x="6639591" y="3474975"/>
                </a:cubicBezTo>
                <a:cubicBezTo>
                  <a:pt x="5343638" y="4466811"/>
                  <a:pt x="3706389" y="384757"/>
                  <a:pt x="2509844" y="796078"/>
                </a:cubicBezTo>
                <a:cubicBezTo>
                  <a:pt x="1313299" y="1207399"/>
                  <a:pt x="3196863" y="3483686"/>
                  <a:pt x="2592138" y="4153291"/>
                </a:cubicBezTo>
                <a:cubicBezTo>
                  <a:pt x="1987413" y="4822896"/>
                  <a:pt x="1038500" y="2891660"/>
                  <a:pt x="0" y="3814510"/>
                </a:cubicBezTo>
              </a:path>
            </a:pathLst>
          </a:custGeom>
          <a:noFill/>
          <a:ln w="508000" cap="rnd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6"/>
          <p:cNvSpPr/>
          <p:nvPr/>
        </p:nvSpPr>
        <p:spPr>
          <a:xfrm>
            <a:off x="2612197" y="2733206"/>
            <a:ext cx="9136025" cy="3992404"/>
          </a:xfrm>
          <a:custGeom>
            <a:avLst/>
            <a:gdLst/>
            <a:ahLst/>
            <a:cxnLst/>
            <a:rect l="l" t="t" r="r" b="b"/>
            <a:pathLst>
              <a:path w="9834258" h="4297528" extrusionOk="0">
                <a:moveTo>
                  <a:pt x="9834258" y="0"/>
                </a:moveTo>
                <a:cubicBezTo>
                  <a:pt x="8600404" y="300892"/>
                  <a:pt x="6238101" y="-414813"/>
                  <a:pt x="5810052" y="641579"/>
                </a:cubicBezTo>
                <a:cubicBezTo>
                  <a:pt x="5382003" y="1697971"/>
                  <a:pt x="7935544" y="2483139"/>
                  <a:pt x="6639591" y="3474975"/>
                </a:cubicBezTo>
                <a:cubicBezTo>
                  <a:pt x="5343638" y="4466811"/>
                  <a:pt x="3706389" y="384757"/>
                  <a:pt x="2509844" y="796078"/>
                </a:cubicBezTo>
                <a:cubicBezTo>
                  <a:pt x="1313299" y="1207399"/>
                  <a:pt x="3196863" y="3483686"/>
                  <a:pt x="2592138" y="4153291"/>
                </a:cubicBezTo>
                <a:cubicBezTo>
                  <a:pt x="1987413" y="4822896"/>
                  <a:pt x="1038500" y="2891660"/>
                  <a:pt x="0" y="3814510"/>
                </a:cubicBezTo>
              </a:path>
            </a:pathLst>
          </a:custGeom>
          <a:noFill/>
          <a:ln w="28575" cap="rnd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3" name="Google Shape;393;p6"/>
          <p:cNvGrpSpPr/>
          <p:nvPr/>
        </p:nvGrpSpPr>
        <p:grpSpPr>
          <a:xfrm>
            <a:off x="3808271" y="2695160"/>
            <a:ext cx="1396418" cy="1396418"/>
            <a:chOff x="3430116" y="1916832"/>
            <a:chExt cx="1396418" cy="1396418"/>
          </a:xfrm>
        </p:grpSpPr>
        <p:sp>
          <p:nvSpPr>
            <p:cNvPr id="394" name="Google Shape;394;p6"/>
            <p:cNvSpPr/>
            <p:nvPr/>
          </p:nvSpPr>
          <p:spPr>
            <a:xfrm>
              <a:off x="3430116" y="1916832"/>
              <a:ext cx="1396418" cy="1396418"/>
            </a:xfrm>
            <a:prstGeom prst="ellipse">
              <a:avLst/>
            </a:prstGeom>
            <a:solidFill>
              <a:schemeClr val="dk1">
                <a:alpha val="43921"/>
              </a:schemeClr>
            </a:solidFill>
            <a:ln w="12700" cap="flat" cmpd="sng">
              <a:solidFill>
                <a:srgbClr val="9E242A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6"/>
            <p:cNvSpPr/>
            <p:nvPr/>
          </p:nvSpPr>
          <p:spPr>
            <a:xfrm>
              <a:off x="3680343" y="2092705"/>
              <a:ext cx="920724" cy="920724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rgbClr val="9E242A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6"/>
            <p:cNvSpPr/>
            <p:nvPr/>
          </p:nvSpPr>
          <p:spPr>
            <a:xfrm>
              <a:off x="3575725" y="1988087"/>
              <a:ext cx="1129960" cy="1129960"/>
            </a:xfrm>
            <a:prstGeom prst="ellipse">
              <a:avLst/>
            </a:prstGeom>
            <a:noFill/>
            <a:ln w="12700" cap="flat" cmpd="sng">
              <a:solidFill>
                <a:srgbClr val="9E242A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97" name="Google Shape;397;p6" descr="Business Growth with solid fill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98219" y="2310581"/>
              <a:ext cx="484972" cy="48497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8" name="Google Shape;398;p6"/>
          <p:cNvGrpSpPr/>
          <p:nvPr/>
        </p:nvGrpSpPr>
        <p:grpSpPr>
          <a:xfrm>
            <a:off x="8849524" y="2103364"/>
            <a:ext cx="1396418" cy="1396418"/>
            <a:chOff x="3430116" y="3861048"/>
            <a:chExt cx="1396418" cy="1396418"/>
          </a:xfrm>
        </p:grpSpPr>
        <p:sp>
          <p:nvSpPr>
            <p:cNvPr id="399" name="Google Shape;399;p6"/>
            <p:cNvSpPr/>
            <p:nvPr/>
          </p:nvSpPr>
          <p:spPr>
            <a:xfrm>
              <a:off x="3430116" y="3861048"/>
              <a:ext cx="1396418" cy="1396418"/>
            </a:xfrm>
            <a:prstGeom prst="ellipse">
              <a:avLst/>
            </a:prstGeom>
            <a:solidFill>
              <a:schemeClr val="dk1">
                <a:alpha val="43921"/>
              </a:schemeClr>
            </a:solidFill>
            <a:ln w="1270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6"/>
            <p:cNvSpPr/>
            <p:nvPr/>
          </p:nvSpPr>
          <p:spPr>
            <a:xfrm>
              <a:off x="3680343" y="4036921"/>
              <a:ext cx="920724" cy="920724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6"/>
            <p:cNvSpPr/>
            <p:nvPr/>
          </p:nvSpPr>
          <p:spPr>
            <a:xfrm>
              <a:off x="3575725" y="3932303"/>
              <a:ext cx="1129960" cy="1129960"/>
            </a:xfrm>
            <a:prstGeom prst="ellipse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02" name="Google Shape;402;p6" descr="Bank with solid fill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929193" y="4285771"/>
              <a:ext cx="423024" cy="4230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3" name="Google Shape;403;p6"/>
          <p:cNvGrpSpPr/>
          <p:nvPr/>
        </p:nvGrpSpPr>
        <p:grpSpPr>
          <a:xfrm>
            <a:off x="1911436" y="4881104"/>
            <a:ext cx="1396418" cy="1396418"/>
            <a:chOff x="989260" y="4581128"/>
            <a:chExt cx="1396418" cy="1396418"/>
          </a:xfrm>
        </p:grpSpPr>
        <p:sp>
          <p:nvSpPr>
            <p:cNvPr id="404" name="Google Shape;404;p6"/>
            <p:cNvSpPr/>
            <p:nvPr/>
          </p:nvSpPr>
          <p:spPr>
            <a:xfrm>
              <a:off x="989260" y="4581128"/>
              <a:ext cx="1396418" cy="1396418"/>
            </a:xfrm>
            <a:prstGeom prst="ellipse">
              <a:avLst/>
            </a:prstGeom>
            <a:solidFill>
              <a:schemeClr val="dk1">
                <a:alpha val="4392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6"/>
            <p:cNvSpPr/>
            <p:nvPr/>
          </p:nvSpPr>
          <p:spPr>
            <a:xfrm>
              <a:off x="1239487" y="4757001"/>
              <a:ext cx="920724" cy="920724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6"/>
            <p:cNvSpPr/>
            <p:nvPr/>
          </p:nvSpPr>
          <p:spPr>
            <a:xfrm>
              <a:off x="1134869" y="4652383"/>
              <a:ext cx="1129960" cy="1129960"/>
            </a:xfrm>
            <a:prstGeom prst="ellipse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07" name="Google Shape;407;p6" descr="Gears with solid fill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447776" y="4965290"/>
              <a:ext cx="504146" cy="50414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8" name="Google Shape;408;p6"/>
          <p:cNvGrpSpPr/>
          <p:nvPr/>
        </p:nvGrpSpPr>
        <p:grpSpPr>
          <a:xfrm>
            <a:off x="6915338" y="4088537"/>
            <a:ext cx="1396418" cy="1396418"/>
            <a:chOff x="7358349" y="3241441"/>
            <a:chExt cx="1396418" cy="1396418"/>
          </a:xfrm>
        </p:grpSpPr>
        <p:sp>
          <p:nvSpPr>
            <p:cNvPr id="409" name="Google Shape;409;p6"/>
            <p:cNvSpPr/>
            <p:nvPr/>
          </p:nvSpPr>
          <p:spPr>
            <a:xfrm>
              <a:off x="7358349" y="3241441"/>
              <a:ext cx="1396418" cy="1396418"/>
            </a:xfrm>
            <a:prstGeom prst="ellipse">
              <a:avLst/>
            </a:prstGeom>
            <a:solidFill>
              <a:schemeClr val="dk1">
                <a:alpha val="43921"/>
              </a:schemeClr>
            </a:solidFill>
            <a:ln w="12700" cap="flat" cmpd="sng">
              <a:solidFill>
                <a:srgbClr val="7030A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6"/>
            <p:cNvSpPr/>
            <p:nvPr/>
          </p:nvSpPr>
          <p:spPr>
            <a:xfrm>
              <a:off x="7608576" y="3417314"/>
              <a:ext cx="920724" cy="920724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rgbClr val="7030A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6"/>
            <p:cNvSpPr/>
            <p:nvPr/>
          </p:nvSpPr>
          <p:spPr>
            <a:xfrm>
              <a:off x="7503958" y="3312696"/>
              <a:ext cx="1129960" cy="1129960"/>
            </a:xfrm>
            <a:prstGeom prst="ellipse">
              <a:avLst/>
            </a:prstGeom>
            <a:noFill/>
            <a:ln w="12700" cap="flat" cmpd="sng">
              <a:solidFill>
                <a:srgbClr val="7030A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12" name="Google Shape;412;p6" descr="Boardroom with solid fill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791508" y="3600246"/>
              <a:ext cx="554860" cy="5548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3" name="Google Shape;413;p6"/>
          <p:cNvSpPr/>
          <p:nvPr/>
        </p:nvSpPr>
        <p:spPr>
          <a:xfrm>
            <a:off x="8810675" y="3058539"/>
            <a:ext cx="3750124" cy="1178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50"/>
              <a:buFont typeface="Petrona"/>
              <a:buNone/>
            </a:pPr>
            <a:r>
              <a:rPr lang="en-US" sz="2400" b="1" dirty="0"/>
              <a:t>Insights</a:t>
            </a:r>
            <a:endParaRPr sz="2400" b="1" dirty="0"/>
          </a:p>
        </p:txBody>
      </p:sp>
      <p:sp>
        <p:nvSpPr>
          <p:cNvPr id="414" name="Google Shape;414;p6"/>
          <p:cNvSpPr/>
          <p:nvPr/>
        </p:nvSpPr>
        <p:spPr>
          <a:xfrm>
            <a:off x="3575136" y="5959472"/>
            <a:ext cx="3240405" cy="405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Calibri"/>
              <a:buNone/>
            </a:pPr>
            <a:r>
              <a:rPr lang="en-US" sz="25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Cleaning</a:t>
            </a:r>
            <a:endParaRPr b="1" dirty="0"/>
          </a:p>
        </p:txBody>
      </p:sp>
      <p:grpSp>
        <p:nvGrpSpPr>
          <p:cNvPr id="415" name="Google Shape;415;p6"/>
          <p:cNvGrpSpPr/>
          <p:nvPr/>
        </p:nvGrpSpPr>
        <p:grpSpPr>
          <a:xfrm>
            <a:off x="3798921" y="4697743"/>
            <a:ext cx="1396418" cy="1396418"/>
            <a:chOff x="10019678" y="1159002"/>
            <a:chExt cx="1396418" cy="1396418"/>
          </a:xfrm>
        </p:grpSpPr>
        <p:sp>
          <p:nvSpPr>
            <p:cNvPr id="416" name="Google Shape;416;p6"/>
            <p:cNvSpPr/>
            <p:nvPr/>
          </p:nvSpPr>
          <p:spPr>
            <a:xfrm>
              <a:off x="10019678" y="1159002"/>
              <a:ext cx="1396418" cy="1396418"/>
            </a:xfrm>
            <a:prstGeom prst="ellipse">
              <a:avLst/>
            </a:prstGeom>
            <a:solidFill>
              <a:schemeClr val="dk1">
                <a:alpha val="43921"/>
              </a:schemeClr>
            </a:solidFill>
            <a:ln w="12700" cap="flat" cmpd="sng">
              <a:solidFill>
                <a:srgbClr val="00B05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6"/>
            <p:cNvSpPr/>
            <p:nvPr/>
          </p:nvSpPr>
          <p:spPr>
            <a:xfrm>
              <a:off x="10269905" y="1334875"/>
              <a:ext cx="920724" cy="920724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rgbClr val="00B05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6"/>
            <p:cNvSpPr/>
            <p:nvPr/>
          </p:nvSpPr>
          <p:spPr>
            <a:xfrm>
              <a:off x="10165287" y="1230257"/>
              <a:ext cx="1129960" cy="1129960"/>
            </a:xfrm>
            <a:prstGeom prst="ellipse">
              <a:avLst/>
            </a:prstGeom>
            <a:noFill/>
            <a:ln w="12700" cap="flat" cmpd="sng">
              <a:solidFill>
                <a:srgbClr val="00B05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0" name="Google Shape;420;p6"/>
          <p:cNvSpPr/>
          <p:nvPr/>
        </p:nvSpPr>
        <p:spPr>
          <a:xfrm>
            <a:off x="8707866" y="4655340"/>
            <a:ext cx="3240405" cy="405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50"/>
              <a:buFont typeface="Petrona"/>
              <a:buNone/>
            </a:pPr>
            <a:r>
              <a:rPr lang="en-US" sz="25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Visualization</a:t>
            </a:r>
            <a:endParaRPr sz="255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6"/>
          <p:cNvSpPr/>
          <p:nvPr/>
        </p:nvSpPr>
        <p:spPr>
          <a:xfrm>
            <a:off x="-567520" y="4316124"/>
            <a:ext cx="4038402" cy="112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50"/>
              <a:buFont typeface="Petrona"/>
              <a:buNone/>
            </a:pPr>
            <a:r>
              <a:rPr lang="en-US" sz="25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Collection</a:t>
            </a:r>
            <a:endParaRPr sz="255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419;p6" descr="Bullseye with solid fill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80486" y="5104954"/>
            <a:ext cx="458048" cy="458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3C847969-DF41-738C-7A00-C53F6A928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">
            <a:extLst>
              <a:ext uri="{FF2B5EF4-FFF2-40B4-BE49-F238E27FC236}">
                <a16:creationId xmlns:a16="http://schemas.microsoft.com/office/drawing/2014/main" id="{47A71860-98DC-EA5C-E59B-38B850FD847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</a:pPr>
            <a:r>
              <a:rPr lang="en-US" dirty="0"/>
              <a:t>06</a:t>
            </a:r>
            <a:endParaRPr dirty="0"/>
          </a:p>
        </p:txBody>
      </p:sp>
      <p:sp>
        <p:nvSpPr>
          <p:cNvPr id="6" name="Google Shape;284;p5">
            <a:extLst>
              <a:ext uri="{FF2B5EF4-FFF2-40B4-BE49-F238E27FC236}">
                <a16:creationId xmlns:a16="http://schemas.microsoft.com/office/drawing/2014/main" id="{875E495F-39A7-43F3-7B23-A306597322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68575" y="591973"/>
            <a:ext cx="3050023" cy="113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n-US" dirty="0">
                <a:solidFill>
                  <a:schemeClr val="accent6"/>
                </a:solidFill>
              </a:rPr>
              <a:t>Tools Used: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7" name="Google Shape;277;p4">
            <a:extLst>
              <a:ext uri="{FF2B5EF4-FFF2-40B4-BE49-F238E27FC236}">
                <a16:creationId xmlns:a16="http://schemas.microsoft.com/office/drawing/2014/main" id="{931133B5-0C12-52B7-029C-3423CDFF7EBD}"/>
              </a:ext>
            </a:extLst>
          </p:cNvPr>
          <p:cNvSpPr txBox="1">
            <a:spLocks/>
          </p:cNvSpPr>
          <p:nvPr/>
        </p:nvSpPr>
        <p:spPr>
          <a:xfrm>
            <a:off x="5467081" y="353713"/>
            <a:ext cx="7998229" cy="224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200"/>
            </a:pPr>
            <a:r>
              <a:rPr lang="en-US" sz="2400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Python Libraries</a:t>
            </a:r>
            <a:r>
              <a:rPr lang="en-US" sz="2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: pandas</a:t>
            </a:r>
            <a:r>
              <a:rPr lang="en-US" sz="4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, </a:t>
            </a:r>
            <a:r>
              <a:rPr lang="en-US" sz="2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matplotlib</a:t>
            </a:r>
            <a:r>
              <a:rPr lang="en-US" sz="4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, </a:t>
            </a:r>
            <a:r>
              <a:rPr lang="en-US" sz="2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seaborn</a:t>
            </a:r>
            <a:endParaRPr lang="en-US" sz="12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>
              <a:buSzPts val="3200"/>
            </a:pPr>
            <a:r>
              <a:rPr lang="en-US" sz="2400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Platform</a:t>
            </a:r>
            <a:r>
              <a:rPr lang="en-US" sz="2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: Google Colab</a:t>
            </a:r>
          </a:p>
          <a:p>
            <a:pPr>
              <a:buSzPts val="3200"/>
            </a:pPr>
            <a:r>
              <a:rPr lang="en-US" sz="2400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Optional</a:t>
            </a:r>
            <a:r>
              <a:rPr lang="en-US" sz="2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: Excel for preliminary data cleaning</a:t>
            </a:r>
          </a:p>
          <a:p>
            <a:pPr>
              <a:buSzPts val="3200"/>
            </a:pPr>
            <a:endParaRPr lang="en-US" sz="2400" dirty="0">
              <a:solidFill>
                <a:schemeClr val="bg1"/>
              </a:solidFill>
            </a:endParaRPr>
          </a:p>
          <a:p>
            <a:pPr>
              <a:buSzPts val="3200"/>
            </a:pP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8" name="Google Shape;284;p5">
            <a:extLst>
              <a:ext uri="{FF2B5EF4-FFF2-40B4-BE49-F238E27FC236}">
                <a16:creationId xmlns:a16="http://schemas.microsoft.com/office/drawing/2014/main" id="{3B7D6B9B-4D87-ED62-8F15-2EA7EB5E0A17}"/>
              </a:ext>
            </a:extLst>
          </p:cNvPr>
          <p:cNvSpPr txBox="1">
            <a:spLocks/>
          </p:cNvSpPr>
          <p:nvPr/>
        </p:nvSpPr>
        <p:spPr>
          <a:xfrm>
            <a:off x="401515" y="2230746"/>
            <a:ext cx="4840186" cy="113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accent6"/>
                </a:solidFill>
              </a:rPr>
              <a:t>Key Visualization :</a:t>
            </a:r>
          </a:p>
        </p:txBody>
      </p:sp>
      <p:sp>
        <p:nvSpPr>
          <p:cNvPr id="9" name="Google Shape;277;p4">
            <a:extLst>
              <a:ext uri="{FF2B5EF4-FFF2-40B4-BE49-F238E27FC236}">
                <a16:creationId xmlns:a16="http://schemas.microsoft.com/office/drawing/2014/main" id="{A11CF8C0-BB73-F983-5F03-AF8F2A9B65B1}"/>
              </a:ext>
            </a:extLst>
          </p:cNvPr>
          <p:cNvSpPr txBox="1">
            <a:spLocks/>
          </p:cNvSpPr>
          <p:nvPr/>
        </p:nvSpPr>
        <p:spPr>
          <a:xfrm>
            <a:off x="401515" y="3376007"/>
            <a:ext cx="12600279" cy="312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  <a:buSzPts val="3200"/>
            </a:pPr>
            <a:r>
              <a:rPr lang="en-US" sz="2400" b="1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Distribution of Ratings for College</a:t>
            </a:r>
            <a:r>
              <a:rPr lang="en-US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:</a:t>
            </a:r>
            <a:r>
              <a:rPr lang="en-US" sz="2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Bar plot / Pie chart</a:t>
            </a:r>
          </a:p>
          <a:p>
            <a:pPr>
              <a:lnSpc>
                <a:spcPct val="120000"/>
              </a:lnSpc>
              <a:buSzPts val="3200"/>
            </a:pPr>
            <a:r>
              <a:rPr lang="en-US" sz="2400" b="1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Side Interests</a:t>
            </a:r>
            <a:r>
              <a:rPr lang="en-US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:</a:t>
            </a:r>
            <a:r>
              <a:rPr lang="en-US" sz="2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Yes/No, CGPA comparison</a:t>
            </a:r>
          </a:p>
          <a:p>
            <a:pPr>
              <a:lnSpc>
                <a:spcPct val="120000"/>
              </a:lnSpc>
              <a:buSzPts val="3200"/>
            </a:pPr>
            <a:r>
              <a:rPr lang="en-US" sz="2400" b="1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Extracurricular Participation</a:t>
            </a:r>
            <a:r>
              <a:rPr lang="en-US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:</a:t>
            </a:r>
            <a:r>
              <a:rPr lang="en-US" sz="2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Sports, Arts, Tech, Academics vs Side Interests</a:t>
            </a:r>
          </a:p>
          <a:p>
            <a:pPr>
              <a:lnSpc>
                <a:spcPct val="120000"/>
              </a:lnSpc>
              <a:buSzPts val="3200"/>
            </a:pPr>
            <a:r>
              <a:rPr lang="en-US" sz="2400" b="1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College Motivation</a:t>
            </a:r>
            <a:r>
              <a:rPr lang="en-US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:</a:t>
            </a:r>
            <a:r>
              <a:rPr lang="en-US" sz="2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Exams/Grades only vs Knowledge &amp; Learning vs Both</a:t>
            </a:r>
          </a:p>
          <a:p>
            <a:pPr>
              <a:lnSpc>
                <a:spcPct val="120000"/>
              </a:lnSpc>
              <a:buSzPts val="3200"/>
            </a:pPr>
            <a:r>
              <a:rPr lang="en-US" sz="2400" b="1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Academic Satisfaction</a:t>
            </a:r>
            <a:r>
              <a:rPr lang="en-US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:</a:t>
            </a:r>
            <a:r>
              <a:rPr lang="en-US" sz="2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Yes/No/Maybe vs Gender / Motivation</a:t>
            </a:r>
          </a:p>
          <a:p>
            <a:pPr>
              <a:lnSpc>
                <a:spcPct val="120000"/>
              </a:lnSpc>
              <a:buSzPts val="3200"/>
            </a:pPr>
            <a:r>
              <a:rPr lang="en-US" sz="2400" b="1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Challenges affecting academics</a:t>
            </a:r>
            <a:r>
              <a:rPr lang="en-US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:</a:t>
            </a:r>
            <a:r>
              <a:rPr lang="en-US" sz="2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Time management, Attendance, Health issues</a:t>
            </a:r>
          </a:p>
        </p:txBody>
      </p:sp>
    </p:spTree>
    <p:extLst>
      <p:ext uri="{BB962C8B-B14F-4D97-AF65-F5344CB8AC3E}">
        <p14:creationId xmlns:p14="http://schemas.microsoft.com/office/powerpoint/2010/main" val="2214348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11D66A21-17B9-1D76-B082-68C875017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">
            <a:extLst>
              <a:ext uri="{FF2B5EF4-FFF2-40B4-BE49-F238E27FC236}">
                <a16:creationId xmlns:a16="http://schemas.microsoft.com/office/drawing/2014/main" id="{B1188392-4439-9255-401A-5FF751B081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50042" y="-180755"/>
            <a:ext cx="7091916" cy="2232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accent6"/>
              </a:buClr>
            </a:pPr>
            <a:r>
              <a:rPr lang="en-US" sz="6000" dirty="0">
                <a:solidFill>
                  <a:schemeClr val="accent6"/>
                </a:solidFill>
              </a:rPr>
              <a:t>Conclusion : </a:t>
            </a:r>
            <a:endParaRPr lang="en-US" sz="6000" dirty="0"/>
          </a:p>
        </p:txBody>
      </p:sp>
      <p:sp>
        <p:nvSpPr>
          <p:cNvPr id="278" name="Google Shape;278;p4">
            <a:extLst>
              <a:ext uri="{FF2B5EF4-FFF2-40B4-BE49-F238E27FC236}">
                <a16:creationId xmlns:a16="http://schemas.microsoft.com/office/drawing/2014/main" id="{94DB28FB-6BAA-F86B-2355-4AA3B2F1135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</a:pPr>
            <a:r>
              <a:rPr lang="en-US" dirty="0"/>
              <a:t>07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D4B660-E0C2-B9E1-A844-2A8604CD9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693" y="2404660"/>
            <a:ext cx="11758331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 1. Academic success is </a:t>
            </a:r>
            <a:r>
              <a:rPr lang="en-US" sz="2000" b="1" dirty="0">
                <a:solidFill>
                  <a:schemeClr val="bg1"/>
                </a:solidFill>
              </a:rPr>
              <a:t>multi-factorial</a:t>
            </a:r>
            <a:r>
              <a:rPr lang="en-US" sz="2000" dirty="0">
                <a:solidFill>
                  <a:schemeClr val="bg1"/>
                </a:solidFill>
              </a:rPr>
              <a:t> – influenced by personal motivation, environment, and extracurricular involvement.</a:t>
            </a:r>
          </a:p>
          <a:p>
            <a:r>
              <a:rPr lang="en-US" sz="2000" dirty="0">
                <a:solidFill>
                  <a:schemeClr val="bg1"/>
                </a:solidFill>
              </a:rPr>
              <a:t> 2. The majority of students maintain good CGPA but feel </a:t>
            </a:r>
            <a:r>
              <a:rPr lang="en-US" sz="2000" b="1" dirty="0">
                <a:solidFill>
                  <a:schemeClr val="bg1"/>
                </a:solidFill>
              </a:rPr>
              <a:t>time pressure and attendance stress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r>
              <a:rPr lang="en-US" sz="2000" dirty="0">
                <a:solidFill>
                  <a:schemeClr val="bg1"/>
                </a:solidFill>
              </a:rPr>
              <a:t> 3. Colleges can use such insights to design </a:t>
            </a:r>
            <a:r>
              <a:rPr lang="en-US" sz="2000" b="1" dirty="0">
                <a:solidFill>
                  <a:schemeClr val="bg1"/>
                </a:solidFill>
              </a:rPr>
              <a:t>more flexible academic structures</a:t>
            </a:r>
            <a:r>
              <a:rPr lang="en-US" sz="2000" dirty="0">
                <a:solidFill>
                  <a:schemeClr val="bg1"/>
                </a:solidFill>
              </a:rPr>
              <a:t> and </a:t>
            </a:r>
            <a:r>
              <a:rPr lang="en-US" sz="2000" b="1" dirty="0">
                <a:solidFill>
                  <a:schemeClr val="bg1"/>
                </a:solidFill>
              </a:rPr>
              <a:t>wellness programs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 Data mining techniques help uncover hidden trends, enabling </a:t>
            </a:r>
            <a:r>
              <a:rPr lang="en-US" sz="2000" b="1" dirty="0">
                <a:solidFill>
                  <a:schemeClr val="bg1"/>
                </a:solidFill>
              </a:rPr>
              <a:t>data-driven educational decisions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r>
              <a:rPr lang="en-US" sz="2000" dirty="0">
                <a:solidFill>
                  <a:schemeClr val="bg1"/>
                </a:solidFill>
              </a:rPr>
              <a:t> 4. Expanding survey to multiple branches and colleges.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9D02E4-81E8-752D-5B69-D1D881B2CD70}"/>
              </a:ext>
            </a:extLst>
          </p:cNvPr>
          <p:cNvSpPr txBox="1"/>
          <p:nvPr/>
        </p:nvSpPr>
        <p:spPr>
          <a:xfrm>
            <a:off x="249594" y="1820643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rgbClr val="FFC000"/>
                </a:solidFill>
              </a:rPr>
              <a:t>Summary:</a:t>
            </a:r>
            <a:endParaRPr lang="en-US" sz="2400" dirty="0">
              <a:solidFill>
                <a:srgbClr val="FFC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9AB5AE-5E98-4D3F-425D-56A7292850AE}"/>
              </a:ext>
            </a:extLst>
          </p:cNvPr>
          <p:cNvSpPr txBox="1"/>
          <p:nvPr/>
        </p:nvSpPr>
        <p:spPr>
          <a:xfrm>
            <a:off x="466531" y="5542011"/>
            <a:ext cx="89667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1. Applying clustering algorithms to group students by motivation/performance  types.</a:t>
            </a:r>
          </a:p>
          <a:p>
            <a:r>
              <a:rPr lang="en-US" sz="1800" dirty="0">
                <a:solidFill>
                  <a:schemeClr val="bg1"/>
                </a:solidFill>
              </a:rPr>
              <a:t>2. Building a small dashboard for real-time analytics of student data.</a:t>
            </a:r>
            <a:endParaRPr lang="en-US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6F37D5-EF1B-40AA-8E3E-0182F5910F3C}"/>
              </a:ext>
            </a:extLst>
          </p:cNvPr>
          <p:cNvSpPr txBox="1"/>
          <p:nvPr/>
        </p:nvSpPr>
        <p:spPr>
          <a:xfrm>
            <a:off x="249594" y="4803952"/>
            <a:ext cx="61488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l" rtl="0">
              <a:spcBef>
                <a:spcPts val="0"/>
              </a:spcBef>
              <a:spcAft>
                <a:spcPts val="0"/>
              </a:spcAft>
            </a:pPr>
            <a:r>
              <a:rPr lang="en-US" sz="2400" b="1" i="0" dirty="0">
                <a:solidFill>
                  <a:srgbClr val="FFC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Future Scope:</a:t>
            </a:r>
            <a:endParaRPr lang="en-US" sz="2400" dirty="0">
              <a:solidFill>
                <a:srgbClr val="FFC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80110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0"/>
          <p:cNvSpPr txBox="1">
            <a:spLocks noGrp="1"/>
          </p:cNvSpPr>
          <p:nvPr>
            <p:ph type="ctrTitle"/>
          </p:nvPr>
        </p:nvSpPr>
        <p:spPr>
          <a:xfrm>
            <a:off x="1524000" y="2494300"/>
            <a:ext cx="91440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6000"/>
              <a:buFont typeface="Open Sans"/>
              <a:buNone/>
            </a:pPr>
            <a:r>
              <a:rPr lang="en-US">
                <a:solidFill>
                  <a:srgbClr val="222A35"/>
                </a:solidFill>
              </a:rPr>
              <a:t>THANK YOU !</a:t>
            </a:r>
            <a:endParaRPr/>
          </a:p>
        </p:txBody>
      </p:sp>
      <p:grpSp>
        <p:nvGrpSpPr>
          <p:cNvPr id="476" name="Google Shape;476;p10"/>
          <p:cNvGrpSpPr/>
          <p:nvPr/>
        </p:nvGrpSpPr>
        <p:grpSpPr>
          <a:xfrm>
            <a:off x="2612737" y="2137172"/>
            <a:ext cx="6966526" cy="1291828"/>
            <a:chOff x="2148051" y="2137172"/>
            <a:chExt cx="6966526" cy="1291828"/>
          </a:xfrm>
        </p:grpSpPr>
        <p:grpSp>
          <p:nvGrpSpPr>
            <p:cNvPr id="477" name="Google Shape;477;p10"/>
            <p:cNvGrpSpPr/>
            <p:nvPr/>
          </p:nvGrpSpPr>
          <p:grpSpPr>
            <a:xfrm>
              <a:off x="2148051" y="2137173"/>
              <a:ext cx="1291827" cy="1291827"/>
              <a:chOff x="1382807" y="174388"/>
              <a:chExt cx="3025589" cy="3025588"/>
            </a:xfrm>
          </p:grpSpPr>
          <p:sp>
            <p:nvSpPr>
              <p:cNvPr id="478" name="Google Shape;478;p10"/>
              <p:cNvSpPr/>
              <p:nvPr/>
            </p:nvSpPr>
            <p:spPr>
              <a:xfrm>
                <a:off x="1382807" y="174388"/>
                <a:ext cx="3025588" cy="302558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10"/>
              <p:cNvSpPr/>
              <p:nvPr/>
            </p:nvSpPr>
            <p:spPr>
              <a:xfrm>
                <a:off x="2163311" y="784634"/>
                <a:ext cx="1468794" cy="1928720"/>
              </a:xfrm>
              <a:custGeom>
                <a:avLst/>
                <a:gdLst/>
                <a:ahLst/>
                <a:cxnLst/>
                <a:rect l="l" t="t" r="r" b="b"/>
                <a:pathLst>
                  <a:path w="1468794" h="1928720" extrusionOk="0">
                    <a:moveTo>
                      <a:pt x="57861" y="0"/>
                    </a:moveTo>
                    <a:lnTo>
                      <a:pt x="1410932" y="0"/>
                    </a:lnTo>
                    <a:cubicBezTo>
                      <a:pt x="1419834" y="0"/>
                      <a:pt x="1427994" y="2720"/>
                      <a:pt x="1435412" y="8160"/>
                    </a:cubicBezTo>
                    <a:cubicBezTo>
                      <a:pt x="1442830" y="13600"/>
                      <a:pt x="1449012" y="22501"/>
                      <a:pt x="1453957" y="34865"/>
                    </a:cubicBezTo>
                    <a:cubicBezTo>
                      <a:pt x="1458903" y="47229"/>
                      <a:pt x="1462612" y="63796"/>
                      <a:pt x="1465085" y="84567"/>
                    </a:cubicBezTo>
                    <a:cubicBezTo>
                      <a:pt x="1467558" y="105338"/>
                      <a:pt x="1468794" y="130559"/>
                      <a:pt x="1468794" y="160232"/>
                    </a:cubicBezTo>
                    <a:cubicBezTo>
                      <a:pt x="1468794" y="188915"/>
                      <a:pt x="1467558" y="213395"/>
                      <a:pt x="1465085" y="233672"/>
                    </a:cubicBezTo>
                    <a:cubicBezTo>
                      <a:pt x="1462612" y="253948"/>
                      <a:pt x="1458903" y="270268"/>
                      <a:pt x="1453957" y="282631"/>
                    </a:cubicBezTo>
                    <a:cubicBezTo>
                      <a:pt x="1449012" y="294995"/>
                      <a:pt x="1442830" y="304144"/>
                      <a:pt x="1435412" y="310079"/>
                    </a:cubicBezTo>
                    <a:cubicBezTo>
                      <a:pt x="1427994" y="316013"/>
                      <a:pt x="1419834" y="318980"/>
                      <a:pt x="1410932" y="318980"/>
                    </a:cubicBezTo>
                    <a:lnTo>
                      <a:pt x="930236" y="318980"/>
                    </a:lnTo>
                    <a:lnTo>
                      <a:pt x="930236" y="1866407"/>
                    </a:lnTo>
                    <a:cubicBezTo>
                      <a:pt x="930236" y="1876298"/>
                      <a:pt x="927021" y="1885200"/>
                      <a:pt x="920592" y="1893112"/>
                    </a:cubicBezTo>
                    <a:cubicBezTo>
                      <a:pt x="914163" y="1901025"/>
                      <a:pt x="903531" y="1907454"/>
                      <a:pt x="888694" y="1912400"/>
                    </a:cubicBezTo>
                    <a:cubicBezTo>
                      <a:pt x="873858" y="1917345"/>
                      <a:pt x="853829" y="1921301"/>
                      <a:pt x="828607" y="1924269"/>
                    </a:cubicBezTo>
                    <a:cubicBezTo>
                      <a:pt x="803386" y="1927236"/>
                      <a:pt x="771982" y="1928720"/>
                      <a:pt x="734397" y="1928720"/>
                    </a:cubicBezTo>
                    <a:cubicBezTo>
                      <a:pt x="696811" y="1928720"/>
                      <a:pt x="665408" y="1927236"/>
                      <a:pt x="640186" y="1924269"/>
                    </a:cubicBezTo>
                    <a:cubicBezTo>
                      <a:pt x="614964" y="1921301"/>
                      <a:pt x="594935" y="1917345"/>
                      <a:pt x="580099" y="1912400"/>
                    </a:cubicBezTo>
                    <a:cubicBezTo>
                      <a:pt x="565263" y="1907454"/>
                      <a:pt x="554630" y="1901025"/>
                      <a:pt x="548201" y="1893112"/>
                    </a:cubicBezTo>
                    <a:cubicBezTo>
                      <a:pt x="541772" y="1885200"/>
                      <a:pt x="538558" y="1876298"/>
                      <a:pt x="538558" y="1866407"/>
                    </a:cubicBezTo>
                    <a:lnTo>
                      <a:pt x="538558" y="318980"/>
                    </a:lnTo>
                    <a:lnTo>
                      <a:pt x="57861" y="318980"/>
                    </a:lnTo>
                    <a:cubicBezTo>
                      <a:pt x="47970" y="318980"/>
                      <a:pt x="39563" y="316013"/>
                      <a:pt x="32640" y="310079"/>
                    </a:cubicBezTo>
                    <a:cubicBezTo>
                      <a:pt x="25716" y="304144"/>
                      <a:pt x="19781" y="294995"/>
                      <a:pt x="14836" y="282631"/>
                    </a:cubicBezTo>
                    <a:cubicBezTo>
                      <a:pt x="9891" y="270268"/>
                      <a:pt x="6181" y="253948"/>
                      <a:pt x="3709" y="233672"/>
                    </a:cubicBezTo>
                    <a:cubicBezTo>
                      <a:pt x="1236" y="213395"/>
                      <a:pt x="0" y="188915"/>
                      <a:pt x="0" y="160232"/>
                    </a:cubicBezTo>
                    <a:cubicBezTo>
                      <a:pt x="0" y="130559"/>
                      <a:pt x="1236" y="105338"/>
                      <a:pt x="3709" y="84567"/>
                    </a:cubicBezTo>
                    <a:cubicBezTo>
                      <a:pt x="6181" y="63796"/>
                      <a:pt x="9891" y="47229"/>
                      <a:pt x="14836" y="34865"/>
                    </a:cubicBezTo>
                    <a:cubicBezTo>
                      <a:pt x="19781" y="22501"/>
                      <a:pt x="25716" y="13600"/>
                      <a:pt x="32640" y="8160"/>
                    </a:cubicBezTo>
                    <a:cubicBezTo>
                      <a:pt x="39563" y="2720"/>
                      <a:pt x="47970" y="0"/>
                      <a:pt x="578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10"/>
              <p:cNvSpPr/>
              <p:nvPr/>
            </p:nvSpPr>
            <p:spPr>
              <a:xfrm>
                <a:off x="2198867" y="802692"/>
                <a:ext cx="2209529" cy="2397284"/>
              </a:xfrm>
              <a:custGeom>
                <a:avLst/>
                <a:gdLst/>
                <a:ahLst/>
                <a:cxnLst/>
                <a:rect l="l" t="t" r="r" b="b"/>
                <a:pathLst>
                  <a:path w="2209529" h="2397284" extrusionOk="0">
                    <a:moveTo>
                      <a:pt x="0" y="293050"/>
                    </a:moveTo>
                    <a:lnTo>
                      <a:pt x="22306" y="300922"/>
                    </a:lnTo>
                    <a:lnTo>
                      <a:pt x="503003" y="300922"/>
                    </a:lnTo>
                    <a:lnTo>
                      <a:pt x="503003" y="729388"/>
                    </a:lnTo>
                    <a:close/>
                    <a:moveTo>
                      <a:pt x="1406731" y="0"/>
                    </a:moveTo>
                    <a:lnTo>
                      <a:pt x="2209529" y="696401"/>
                    </a:lnTo>
                    <a:lnTo>
                      <a:pt x="2209529" y="2397284"/>
                    </a:lnTo>
                    <a:lnTo>
                      <a:pt x="1115822" y="2397284"/>
                    </a:lnTo>
                    <a:lnTo>
                      <a:pt x="516470" y="1877366"/>
                    </a:lnTo>
                    <a:lnTo>
                      <a:pt x="544544" y="1894342"/>
                    </a:lnTo>
                    <a:cubicBezTo>
                      <a:pt x="559380" y="1899287"/>
                      <a:pt x="579409" y="1903243"/>
                      <a:pt x="604631" y="1906211"/>
                    </a:cubicBezTo>
                    <a:cubicBezTo>
                      <a:pt x="629853" y="1909178"/>
                      <a:pt x="661256" y="1910662"/>
                      <a:pt x="698842" y="1910662"/>
                    </a:cubicBezTo>
                    <a:cubicBezTo>
                      <a:pt x="736427" y="1910662"/>
                      <a:pt x="767831" y="1909178"/>
                      <a:pt x="793052" y="1906211"/>
                    </a:cubicBezTo>
                    <a:cubicBezTo>
                      <a:pt x="818274" y="1903243"/>
                      <a:pt x="838303" y="1899287"/>
                      <a:pt x="853139" y="1894342"/>
                    </a:cubicBezTo>
                    <a:cubicBezTo>
                      <a:pt x="867976" y="1889396"/>
                      <a:pt x="878608" y="1882967"/>
                      <a:pt x="885037" y="1875054"/>
                    </a:cubicBezTo>
                    <a:cubicBezTo>
                      <a:pt x="891466" y="1867142"/>
                      <a:pt x="894681" y="1858240"/>
                      <a:pt x="894681" y="1848349"/>
                    </a:cubicBezTo>
                    <a:lnTo>
                      <a:pt x="894681" y="300922"/>
                    </a:lnTo>
                    <a:lnTo>
                      <a:pt x="1375377" y="300922"/>
                    </a:lnTo>
                    <a:cubicBezTo>
                      <a:pt x="1384279" y="300922"/>
                      <a:pt x="1392439" y="297955"/>
                      <a:pt x="1399857" y="292021"/>
                    </a:cubicBezTo>
                    <a:cubicBezTo>
                      <a:pt x="1407275" y="286086"/>
                      <a:pt x="1413457" y="276937"/>
                      <a:pt x="1418402" y="264573"/>
                    </a:cubicBezTo>
                    <a:cubicBezTo>
                      <a:pt x="1423348" y="252210"/>
                      <a:pt x="1427057" y="235890"/>
                      <a:pt x="1429530" y="215614"/>
                    </a:cubicBezTo>
                    <a:cubicBezTo>
                      <a:pt x="1432003" y="195337"/>
                      <a:pt x="1433239" y="170857"/>
                      <a:pt x="1433239" y="142174"/>
                    </a:cubicBezTo>
                    <a:cubicBezTo>
                      <a:pt x="1433239" y="112501"/>
                      <a:pt x="1432003" y="87280"/>
                      <a:pt x="1429530" y="66509"/>
                    </a:cubicBezTo>
                    <a:cubicBezTo>
                      <a:pt x="1427057" y="45738"/>
                      <a:pt x="1423348" y="29171"/>
                      <a:pt x="1418402" y="16807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1" name="Google Shape;481;p10"/>
            <p:cNvGrpSpPr/>
            <p:nvPr/>
          </p:nvGrpSpPr>
          <p:grpSpPr>
            <a:xfrm>
              <a:off x="6408025" y="2137172"/>
              <a:ext cx="1291827" cy="1291827"/>
              <a:chOff x="1382807" y="174388"/>
              <a:chExt cx="3025589" cy="3025588"/>
            </a:xfrm>
          </p:grpSpPr>
          <p:sp>
            <p:nvSpPr>
              <p:cNvPr id="482" name="Google Shape;482;p10"/>
              <p:cNvSpPr/>
              <p:nvPr/>
            </p:nvSpPr>
            <p:spPr>
              <a:xfrm>
                <a:off x="1382807" y="174388"/>
                <a:ext cx="3025588" cy="3025588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83;p10"/>
              <p:cNvSpPr/>
              <p:nvPr/>
            </p:nvSpPr>
            <p:spPr>
              <a:xfrm>
                <a:off x="2540121" y="810818"/>
                <a:ext cx="1868275" cy="2389158"/>
              </a:xfrm>
              <a:custGeom>
                <a:avLst/>
                <a:gdLst/>
                <a:ahLst/>
                <a:cxnLst/>
                <a:rect l="l" t="t" r="r" b="b"/>
                <a:pathLst>
                  <a:path w="1868275" h="2389158" extrusionOk="0">
                    <a:moveTo>
                      <a:pt x="0" y="1718"/>
                    </a:moveTo>
                    <a:lnTo>
                      <a:pt x="506810" y="441359"/>
                    </a:lnTo>
                    <a:lnTo>
                      <a:pt x="476232" y="509406"/>
                    </a:lnTo>
                    <a:cubicBezTo>
                      <a:pt x="457439" y="554904"/>
                      <a:pt x="438152" y="602875"/>
                      <a:pt x="418370" y="653319"/>
                    </a:cubicBezTo>
                    <a:cubicBezTo>
                      <a:pt x="398588" y="703762"/>
                      <a:pt x="379301" y="755689"/>
                      <a:pt x="360509" y="809100"/>
                    </a:cubicBezTo>
                    <a:lnTo>
                      <a:pt x="357541" y="809100"/>
                    </a:lnTo>
                    <a:cubicBezTo>
                      <a:pt x="336770" y="753711"/>
                      <a:pt x="316247" y="700795"/>
                      <a:pt x="295971" y="650351"/>
                    </a:cubicBezTo>
                    <a:cubicBezTo>
                      <a:pt x="275694" y="599908"/>
                      <a:pt x="255171" y="551937"/>
                      <a:pt x="234400" y="506439"/>
                    </a:cubicBezTo>
                    <a:lnTo>
                      <a:pt x="20757" y="34645"/>
                    </a:lnTo>
                    <a:close/>
                    <a:moveTo>
                      <a:pt x="1103694" y="0"/>
                    </a:moveTo>
                    <a:lnTo>
                      <a:pt x="1868275" y="663249"/>
                    </a:lnTo>
                    <a:lnTo>
                      <a:pt x="1868275" y="2389158"/>
                    </a:lnTo>
                    <a:lnTo>
                      <a:pt x="768108" y="2389158"/>
                    </a:lnTo>
                    <a:lnTo>
                      <a:pt x="176188" y="1875688"/>
                    </a:lnTo>
                    <a:lnTo>
                      <a:pt x="193600" y="1886216"/>
                    </a:lnTo>
                    <a:cubicBezTo>
                      <a:pt x="208931" y="1891161"/>
                      <a:pt x="228960" y="1895117"/>
                      <a:pt x="253687" y="1898085"/>
                    </a:cubicBezTo>
                    <a:cubicBezTo>
                      <a:pt x="278414" y="1901052"/>
                      <a:pt x="310065" y="1902536"/>
                      <a:pt x="348639" y="1902536"/>
                    </a:cubicBezTo>
                    <a:cubicBezTo>
                      <a:pt x="386225" y="1902536"/>
                      <a:pt x="417628" y="1901052"/>
                      <a:pt x="442850" y="1898085"/>
                    </a:cubicBezTo>
                    <a:cubicBezTo>
                      <a:pt x="468072" y="1895117"/>
                      <a:pt x="488101" y="1891161"/>
                      <a:pt x="502937" y="1886216"/>
                    </a:cubicBezTo>
                    <a:cubicBezTo>
                      <a:pt x="517773" y="1881270"/>
                      <a:pt x="528406" y="1874841"/>
                      <a:pt x="534835" y="1866928"/>
                    </a:cubicBezTo>
                    <a:cubicBezTo>
                      <a:pt x="541264" y="1859016"/>
                      <a:pt x="544479" y="1850114"/>
                      <a:pt x="544479" y="1840223"/>
                    </a:cubicBezTo>
                    <a:lnTo>
                      <a:pt x="544479" y="1165171"/>
                    </a:lnTo>
                    <a:lnTo>
                      <a:pt x="1069684" y="119212"/>
                    </a:lnTo>
                    <a:cubicBezTo>
                      <a:pt x="1087488" y="83604"/>
                      <a:pt x="1099357" y="55416"/>
                      <a:pt x="1105291" y="34645"/>
                    </a:cubicBezTo>
                    <a:cubicBezTo>
                      <a:pt x="1108259" y="24260"/>
                      <a:pt x="1109062" y="15172"/>
                      <a:pt x="1107702" y="7383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10"/>
              <p:cNvSpPr/>
              <p:nvPr/>
            </p:nvSpPr>
            <p:spPr>
              <a:xfrm>
                <a:off x="2128726" y="775732"/>
                <a:ext cx="1519738" cy="1937622"/>
              </a:xfrm>
              <a:custGeom>
                <a:avLst/>
                <a:gdLst/>
                <a:ahLst/>
                <a:cxnLst/>
                <a:rect l="l" t="t" r="r" b="b"/>
                <a:pathLst>
                  <a:path w="1519738" h="1937622" extrusionOk="0">
                    <a:moveTo>
                      <a:pt x="202189" y="0"/>
                    </a:moveTo>
                    <a:cubicBezTo>
                      <a:pt x="247688" y="0"/>
                      <a:pt x="284036" y="989"/>
                      <a:pt x="311236" y="2967"/>
                    </a:cubicBezTo>
                    <a:cubicBezTo>
                      <a:pt x="338436" y="4946"/>
                      <a:pt x="359949" y="8655"/>
                      <a:pt x="375774" y="14095"/>
                    </a:cubicBezTo>
                    <a:cubicBezTo>
                      <a:pt x="391600" y="19534"/>
                      <a:pt x="403221" y="26705"/>
                      <a:pt x="410640" y="35607"/>
                    </a:cubicBezTo>
                    <a:cubicBezTo>
                      <a:pt x="418058" y="44509"/>
                      <a:pt x="425229" y="55883"/>
                      <a:pt x="432152" y="69731"/>
                    </a:cubicBezTo>
                    <a:lnTo>
                      <a:pt x="645795" y="541525"/>
                    </a:lnTo>
                    <a:cubicBezTo>
                      <a:pt x="666566" y="587023"/>
                      <a:pt x="687089" y="634994"/>
                      <a:pt x="707366" y="685437"/>
                    </a:cubicBezTo>
                    <a:cubicBezTo>
                      <a:pt x="727642" y="735881"/>
                      <a:pt x="748165" y="788797"/>
                      <a:pt x="768936" y="844186"/>
                    </a:cubicBezTo>
                    <a:lnTo>
                      <a:pt x="771904" y="844186"/>
                    </a:lnTo>
                    <a:cubicBezTo>
                      <a:pt x="790696" y="790775"/>
                      <a:pt x="809983" y="738848"/>
                      <a:pt x="829765" y="688405"/>
                    </a:cubicBezTo>
                    <a:cubicBezTo>
                      <a:pt x="849547" y="637961"/>
                      <a:pt x="868834" y="589990"/>
                      <a:pt x="887627" y="544492"/>
                    </a:cubicBezTo>
                    <a:lnTo>
                      <a:pt x="1098302" y="75665"/>
                    </a:lnTo>
                    <a:cubicBezTo>
                      <a:pt x="1103248" y="59840"/>
                      <a:pt x="1109430" y="47229"/>
                      <a:pt x="1116848" y="37833"/>
                    </a:cubicBezTo>
                    <a:cubicBezTo>
                      <a:pt x="1124266" y="28436"/>
                      <a:pt x="1135393" y="20771"/>
                      <a:pt x="1150229" y="14836"/>
                    </a:cubicBezTo>
                    <a:cubicBezTo>
                      <a:pt x="1165066" y="8902"/>
                      <a:pt x="1185342" y="4946"/>
                      <a:pt x="1211058" y="2967"/>
                    </a:cubicBezTo>
                    <a:cubicBezTo>
                      <a:pt x="1236774" y="989"/>
                      <a:pt x="1270898" y="0"/>
                      <a:pt x="1313429" y="0"/>
                    </a:cubicBezTo>
                    <a:cubicBezTo>
                      <a:pt x="1369807" y="0"/>
                      <a:pt x="1413574" y="1236"/>
                      <a:pt x="1444730" y="3709"/>
                    </a:cubicBezTo>
                    <a:cubicBezTo>
                      <a:pt x="1475886" y="6182"/>
                      <a:pt x="1497152" y="12611"/>
                      <a:pt x="1508526" y="22996"/>
                    </a:cubicBezTo>
                    <a:cubicBezTo>
                      <a:pt x="1519901" y="33382"/>
                      <a:pt x="1522621" y="48960"/>
                      <a:pt x="1516686" y="69731"/>
                    </a:cubicBezTo>
                    <a:cubicBezTo>
                      <a:pt x="1510752" y="90502"/>
                      <a:pt x="1498883" y="118690"/>
                      <a:pt x="1481079" y="154298"/>
                    </a:cubicBezTo>
                    <a:lnTo>
                      <a:pt x="955874" y="1200257"/>
                    </a:lnTo>
                    <a:lnTo>
                      <a:pt x="955874" y="1875309"/>
                    </a:lnTo>
                    <a:cubicBezTo>
                      <a:pt x="955874" y="1885200"/>
                      <a:pt x="952659" y="1894102"/>
                      <a:pt x="946230" y="1902014"/>
                    </a:cubicBezTo>
                    <a:cubicBezTo>
                      <a:pt x="939801" y="1909927"/>
                      <a:pt x="929168" y="1916356"/>
                      <a:pt x="914332" y="1921302"/>
                    </a:cubicBezTo>
                    <a:cubicBezTo>
                      <a:pt x="899496" y="1926247"/>
                      <a:pt x="879467" y="1930203"/>
                      <a:pt x="854245" y="1933171"/>
                    </a:cubicBezTo>
                    <a:cubicBezTo>
                      <a:pt x="829023" y="1936138"/>
                      <a:pt x="797620" y="1937622"/>
                      <a:pt x="760034" y="1937622"/>
                    </a:cubicBezTo>
                    <a:cubicBezTo>
                      <a:pt x="721460" y="1937622"/>
                      <a:pt x="689809" y="1936138"/>
                      <a:pt x="665082" y="1933171"/>
                    </a:cubicBezTo>
                    <a:cubicBezTo>
                      <a:pt x="640355" y="1930203"/>
                      <a:pt x="620326" y="1926247"/>
                      <a:pt x="604995" y="1921302"/>
                    </a:cubicBezTo>
                    <a:cubicBezTo>
                      <a:pt x="589664" y="1916356"/>
                      <a:pt x="579032" y="1909927"/>
                      <a:pt x="573097" y="1902014"/>
                    </a:cubicBezTo>
                    <a:cubicBezTo>
                      <a:pt x="567163" y="1894102"/>
                      <a:pt x="564195" y="1885200"/>
                      <a:pt x="564195" y="1875309"/>
                    </a:cubicBezTo>
                    <a:lnTo>
                      <a:pt x="564195" y="1200257"/>
                    </a:lnTo>
                    <a:lnTo>
                      <a:pt x="38990" y="154298"/>
                    </a:lnTo>
                    <a:cubicBezTo>
                      <a:pt x="20198" y="117701"/>
                      <a:pt x="8081" y="89265"/>
                      <a:pt x="2641" y="68989"/>
                    </a:cubicBezTo>
                    <a:cubicBezTo>
                      <a:pt x="-2799" y="48713"/>
                      <a:pt x="168" y="33382"/>
                      <a:pt x="11543" y="22996"/>
                    </a:cubicBezTo>
                    <a:cubicBezTo>
                      <a:pt x="22917" y="12611"/>
                      <a:pt x="43936" y="6182"/>
                      <a:pt x="74597" y="3709"/>
                    </a:cubicBezTo>
                    <a:cubicBezTo>
                      <a:pt x="105259" y="1236"/>
                      <a:pt x="147790" y="0"/>
                      <a:pt x="20218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85" name="Google Shape;485;p10"/>
            <p:cNvSpPr/>
            <p:nvPr/>
          </p:nvSpPr>
          <p:spPr>
            <a:xfrm>
              <a:off x="3550258" y="2738785"/>
              <a:ext cx="2158499" cy="546199"/>
            </a:xfrm>
            <a:custGeom>
              <a:avLst/>
              <a:gdLst/>
              <a:ahLst/>
              <a:cxnLst/>
              <a:rect l="l" t="t" r="r" b="b"/>
              <a:pathLst>
                <a:path w="2158499" h="546199" extrusionOk="0">
                  <a:moveTo>
                    <a:pt x="763761" y="84460"/>
                  </a:moveTo>
                  <a:cubicBezTo>
                    <a:pt x="755575" y="116210"/>
                    <a:pt x="732135" y="194717"/>
                    <a:pt x="693440" y="319980"/>
                  </a:cubicBezTo>
                  <a:lnTo>
                    <a:pt x="835198" y="319980"/>
                  </a:lnTo>
                  <a:cubicBezTo>
                    <a:pt x="798736" y="202654"/>
                    <a:pt x="778210" y="136302"/>
                    <a:pt x="773621" y="120923"/>
                  </a:cubicBezTo>
                  <a:cubicBezTo>
                    <a:pt x="769032" y="105544"/>
                    <a:pt x="765745" y="93390"/>
                    <a:pt x="763761" y="84460"/>
                  </a:cubicBezTo>
                  <a:close/>
                  <a:moveTo>
                    <a:pt x="1720944" y="2232"/>
                  </a:moveTo>
                  <a:lnTo>
                    <a:pt x="1836286" y="2232"/>
                  </a:lnTo>
                  <a:lnTo>
                    <a:pt x="1836286" y="251147"/>
                  </a:lnTo>
                  <a:lnTo>
                    <a:pt x="1881679" y="187151"/>
                  </a:lnTo>
                  <a:lnTo>
                    <a:pt x="2029018" y="2232"/>
                  </a:lnTo>
                  <a:lnTo>
                    <a:pt x="2157011" y="2232"/>
                  </a:lnTo>
                  <a:lnTo>
                    <a:pt x="1967255" y="242962"/>
                  </a:lnTo>
                  <a:lnTo>
                    <a:pt x="2158499" y="546199"/>
                  </a:lnTo>
                  <a:lnTo>
                    <a:pt x="2027530" y="546199"/>
                  </a:lnTo>
                  <a:lnTo>
                    <a:pt x="1885027" y="317004"/>
                  </a:lnTo>
                  <a:lnTo>
                    <a:pt x="1836286" y="351978"/>
                  </a:lnTo>
                  <a:lnTo>
                    <a:pt x="1836286" y="546199"/>
                  </a:lnTo>
                  <a:lnTo>
                    <a:pt x="1720944" y="546199"/>
                  </a:lnTo>
                  <a:close/>
                  <a:moveTo>
                    <a:pt x="1103638" y="2232"/>
                  </a:moveTo>
                  <a:lnTo>
                    <a:pt x="1249118" y="2232"/>
                  </a:lnTo>
                  <a:lnTo>
                    <a:pt x="1485382" y="409649"/>
                  </a:lnTo>
                  <a:lnTo>
                    <a:pt x="1487987" y="409649"/>
                  </a:lnTo>
                  <a:cubicBezTo>
                    <a:pt x="1484266" y="338956"/>
                    <a:pt x="1482406" y="288975"/>
                    <a:pt x="1482406" y="259705"/>
                  </a:cubicBezTo>
                  <a:lnTo>
                    <a:pt x="1482406" y="2232"/>
                  </a:lnTo>
                  <a:lnTo>
                    <a:pt x="1586213" y="2232"/>
                  </a:lnTo>
                  <a:lnTo>
                    <a:pt x="1586213" y="546199"/>
                  </a:lnTo>
                  <a:lnTo>
                    <a:pt x="1439618" y="546199"/>
                  </a:lnTo>
                  <a:lnTo>
                    <a:pt x="1202981" y="134689"/>
                  </a:lnTo>
                  <a:lnTo>
                    <a:pt x="1199632" y="134689"/>
                  </a:lnTo>
                  <a:cubicBezTo>
                    <a:pt x="1204345" y="207367"/>
                    <a:pt x="1206702" y="259209"/>
                    <a:pt x="1206702" y="290215"/>
                  </a:cubicBezTo>
                  <a:lnTo>
                    <a:pt x="1206702" y="546199"/>
                  </a:lnTo>
                  <a:lnTo>
                    <a:pt x="1103638" y="546199"/>
                  </a:lnTo>
                  <a:close/>
                  <a:moveTo>
                    <a:pt x="0" y="2232"/>
                  </a:moveTo>
                  <a:lnTo>
                    <a:pt x="115342" y="2232"/>
                  </a:lnTo>
                  <a:lnTo>
                    <a:pt x="115342" y="215429"/>
                  </a:lnTo>
                  <a:lnTo>
                    <a:pt x="330771" y="215429"/>
                  </a:lnTo>
                  <a:lnTo>
                    <a:pt x="330771" y="2232"/>
                  </a:lnTo>
                  <a:lnTo>
                    <a:pt x="445740" y="2232"/>
                  </a:lnTo>
                  <a:lnTo>
                    <a:pt x="445740" y="546199"/>
                  </a:lnTo>
                  <a:lnTo>
                    <a:pt x="330771" y="546199"/>
                  </a:lnTo>
                  <a:lnTo>
                    <a:pt x="330771" y="311423"/>
                  </a:lnTo>
                  <a:lnTo>
                    <a:pt x="115342" y="311423"/>
                  </a:lnTo>
                  <a:lnTo>
                    <a:pt x="115342" y="546199"/>
                  </a:lnTo>
                  <a:lnTo>
                    <a:pt x="0" y="546199"/>
                  </a:lnTo>
                  <a:close/>
                  <a:moveTo>
                    <a:pt x="692696" y="0"/>
                  </a:moveTo>
                  <a:lnTo>
                    <a:pt x="833710" y="0"/>
                  </a:lnTo>
                  <a:lnTo>
                    <a:pt x="1026443" y="546199"/>
                  </a:lnTo>
                  <a:lnTo>
                    <a:pt x="902171" y="546199"/>
                  </a:lnTo>
                  <a:lnTo>
                    <a:pt x="862732" y="416719"/>
                  </a:lnTo>
                  <a:lnTo>
                    <a:pt x="664418" y="416719"/>
                  </a:lnTo>
                  <a:lnTo>
                    <a:pt x="624979" y="546199"/>
                  </a:lnTo>
                  <a:lnTo>
                    <a:pt x="500707" y="5461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10"/>
            <p:cNvSpPr/>
            <p:nvPr/>
          </p:nvSpPr>
          <p:spPr>
            <a:xfrm>
              <a:off x="7805981" y="2736364"/>
              <a:ext cx="1308596" cy="559966"/>
            </a:xfrm>
            <a:custGeom>
              <a:avLst/>
              <a:gdLst/>
              <a:ahLst/>
              <a:cxnLst/>
              <a:rect l="l" t="t" r="r" b="b"/>
              <a:pathLst>
                <a:path w="1308596" h="559966" extrusionOk="0">
                  <a:moveTo>
                    <a:pt x="1243856" y="433462"/>
                  </a:moveTo>
                  <a:cubicBezTo>
                    <a:pt x="1264444" y="433462"/>
                    <a:pt x="1280380" y="438919"/>
                    <a:pt x="1291667" y="449833"/>
                  </a:cubicBezTo>
                  <a:cubicBezTo>
                    <a:pt x="1302953" y="460747"/>
                    <a:pt x="1308596" y="476374"/>
                    <a:pt x="1308596" y="496714"/>
                  </a:cubicBezTo>
                  <a:cubicBezTo>
                    <a:pt x="1308596" y="516310"/>
                    <a:pt x="1302891" y="531751"/>
                    <a:pt x="1291481" y="543037"/>
                  </a:cubicBezTo>
                  <a:cubicBezTo>
                    <a:pt x="1280070" y="554323"/>
                    <a:pt x="1264195" y="559966"/>
                    <a:pt x="1243856" y="559966"/>
                  </a:cubicBezTo>
                  <a:cubicBezTo>
                    <a:pt x="1223020" y="559966"/>
                    <a:pt x="1206897" y="554447"/>
                    <a:pt x="1195486" y="543409"/>
                  </a:cubicBezTo>
                  <a:cubicBezTo>
                    <a:pt x="1184076" y="532371"/>
                    <a:pt x="1178371" y="516806"/>
                    <a:pt x="1178371" y="496714"/>
                  </a:cubicBezTo>
                  <a:cubicBezTo>
                    <a:pt x="1178371" y="475878"/>
                    <a:pt x="1183952" y="460127"/>
                    <a:pt x="1195114" y="449461"/>
                  </a:cubicBezTo>
                  <a:cubicBezTo>
                    <a:pt x="1206276" y="438795"/>
                    <a:pt x="1222524" y="433462"/>
                    <a:pt x="1243856" y="433462"/>
                  </a:cubicBezTo>
                  <a:close/>
                  <a:moveTo>
                    <a:pt x="259705" y="95994"/>
                  </a:moveTo>
                  <a:cubicBezTo>
                    <a:pt x="213816" y="95994"/>
                    <a:pt x="179213" y="111435"/>
                    <a:pt x="155897" y="142317"/>
                  </a:cubicBezTo>
                  <a:cubicBezTo>
                    <a:pt x="132581" y="173198"/>
                    <a:pt x="120922" y="219025"/>
                    <a:pt x="120922" y="279797"/>
                  </a:cubicBezTo>
                  <a:cubicBezTo>
                    <a:pt x="120922" y="340568"/>
                    <a:pt x="132457" y="386333"/>
                    <a:pt x="155525" y="417091"/>
                  </a:cubicBezTo>
                  <a:cubicBezTo>
                    <a:pt x="178593" y="447848"/>
                    <a:pt x="213072" y="463227"/>
                    <a:pt x="258961" y="463227"/>
                  </a:cubicBezTo>
                  <a:cubicBezTo>
                    <a:pt x="350986" y="463227"/>
                    <a:pt x="396999" y="402084"/>
                    <a:pt x="396999" y="279797"/>
                  </a:cubicBezTo>
                  <a:cubicBezTo>
                    <a:pt x="396999" y="157261"/>
                    <a:pt x="351234" y="95994"/>
                    <a:pt x="259705" y="95994"/>
                  </a:cubicBezTo>
                  <a:close/>
                  <a:moveTo>
                    <a:pt x="619433" y="8557"/>
                  </a:moveTo>
                  <a:lnTo>
                    <a:pt x="734403" y="8557"/>
                  </a:lnTo>
                  <a:lnTo>
                    <a:pt x="734403" y="341560"/>
                  </a:lnTo>
                  <a:cubicBezTo>
                    <a:pt x="734403" y="383480"/>
                    <a:pt x="742837" y="414238"/>
                    <a:pt x="759704" y="433834"/>
                  </a:cubicBezTo>
                  <a:cubicBezTo>
                    <a:pt x="776571" y="453429"/>
                    <a:pt x="804476" y="463227"/>
                    <a:pt x="843420" y="463227"/>
                  </a:cubicBezTo>
                  <a:cubicBezTo>
                    <a:pt x="881123" y="463227"/>
                    <a:pt x="908470" y="453368"/>
                    <a:pt x="925461" y="433648"/>
                  </a:cubicBezTo>
                  <a:cubicBezTo>
                    <a:pt x="942452" y="413928"/>
                    <a:pt x="950948" y="382984"/>
                    <a:pt x="950948" y="340816"/>
                  </a:cubicBezTo>
                  <a:lnTo>
                    <a:pt x="950948" y="8557"/>
                  </a:lnTo>
                  <a:lnTo>
                    <a:pt x="1065918" y="8557"/>
                  </a:lnTo>
                  <a:lnTo>
                    <a:pt x="1065918" y="360536"/>
                  </a:lnTo>
                  <a:cubicBezTo>
                    <a:pt x="1065918" y="400719"/>
                    <a:pt x="1056926" y="435942"/>
                    <a:pt x="1038943" y="466204"/>
                  </a:cubicBezTo>
                  <a:cubicBezTo>
                    <a:pt x="1020959" y="496466"/>
                    <a:pt x="994976" y="519658"/>
                    <a:pt x="960994" y="535781"/>
                  </a:cubicBezTo>
                  <a:cubicBezTo>
                    <a:pt x="927011" y="551904"/>
                    <a:pt x="886828" y="559966"/>
                    <a:pt x="840443" y="559966"/>
                  </a:cubicBezTo>
                  <a:cubicBezTo>
                    <a:pt x="770494" y="559966"/>
                    <a:pt x="716172" y="542044"/>
                    <a:pt x="677476" y="506201"/>
                  </a:cubicBezTo>
                  <a:cubicBezTo>
                    <a:pt x="638781" y="470359"/>
                    <a:pt x="619433" y="421307"/>
                    <a:pt x="619433" y="359048"/>
                  </a:cubicBezTo>
                  <a:close/>
                  <a:moveTo>
                    <a:pt x="1179859" y="5954"/>
                  </a:moveTo>
                  <a:lnTo>
                    <a:pt x="1308595" y="5954"/>
                  </a:lnTo>
                  <a:lnTo>
                    <a:pt x="1289619" y="369467"/>
                  </a:lnTo>
                  <a:lnTo>
                    <a:pt x="1198834" y="369467"/>
                  </a:lnTo>
                  <a:close/>
                  <a:moveTo>
                    <a:pt x="259705" y="0"/>
                  </a:moveTo>
                  <a:cubicBezTo>
                    <a:pt x="343296" y="0"/>
                    <a:pt x="407231" y="24060"/>
                    <a:pt x="451507" y="72181"/>
                  </a:cubicBezTo>
                  <a:cubicBezTo>
                    <a:pt x="495783" y="120302"/>
                    <a:pt x="517921" y="189508"/>
                    <a:pt x="517921" y="279797"/>
                  </a:cubicBezTo>
                  <a:cubicBezTo>
                    <a:pt x="517921" y="369838"/>
                    <a:pt x="495597" y="439043"/>
                    <a:pt x="450949" y="487412"/>
                  </a:cubicBezTo>
                  <a:cubicBezTo>
                    <a:pt x="406300" y="535781"/>
                    <a:pt x="342304" y="559966"/>
                    <a:pt x="258961" y="559966"/>
                  </a:cubicBezTo>
                  <a:cubicBezTo>
                    <a:pt x="175617" y="559966"/>
                    <a:pt x="111621" y="535781"/>
                    <a:pt x="66972" y="487412"/>
                  </a:cubicBezTo>
                  <a:cubicBezTo>
                    <a:pt x="22324" y="439043"/>
                    <a:pt x="0" y="369590"/>
                    <a:pt x="0" y="279052"/>
                  </a:cubicBezTo>
                  <a:cubicBezTo>
                    <a:pt x="0" y="188515"/>
                    <a:pt x="22386" y="119372"/>
                    <a:pt x="67158" y="71623"/>
                  </a:cubicBezTo>
                  <a:cubicBezTo>
                    <a:pt x="111931" y="23874"/>
                    <a:pt x="176113" y="0"/>
                    <a:pt x="2597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87" name="Google Shape;48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138" y="0"/>
            <a:ext cx="122071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10"/>
          <p:cNvSpPr txBox="1"/>
          <p:nvPr/>
        </p:nvSpPr>
        <p:spPr>
          <a:xfrm>
            <a:off x="4775175" y="5106874"/>
            <a:ext cx="7416824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F5941D"/>
                </a:solidFill>
                <a:latin typeface="Calibri"/>
                <a:ea typeface="Calibri"/>
                <a:cs typeface="Calibri"/>
                <a:sym typeface="Calibri"/>
              </a:rPr>
              <a:t>MADE BY -  Vijay Solanki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F5941D"/>
                </a:solidFill>
                <a:latin typeface="Calibri"/>
                <a:ea typeface="Calibri"/>
                <a:cs typeface="Calibri"/>
                <a:sym typeface="Calibri"/>
              </a:rPr>
              <a:t>Tejinderpal Singh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Sho-Template06">
      <a:dk1>
        <a:srgbClr val="000000"/>
      </a:dk1>
      <a:lt1>
        <a:srgbClr val="FFFFFF"/>
      </a:lt1>
      <a:dk2>
        <a:srgbClr val="3D4149"/>
      </a:dk2>
      <a:lt2>
        <a:srgbClr val="E7E6E6"/>
      </a:lt2>
      <a:accent1>
        <a:srgbClr val="403551"/>
      </a:accent1>
      <a:accent2>
        <a:srgbClr val="D0343C"/>
      </a:accent2>
      <a:accent3>
        <a:srgbClr val="F9BE75"/>
      </a:accent3>
      <a:accent4>
        <a:srgbClr val="8DB1C4"/>
      </a:accent4>
      <a:accent5>
        <a:srgbClr val="615474"/>
      </a:accent5>
      <a:accent6>
        <a:srgbClr val="E4625C"/>
      </a:accent6>
      <a:hlink>
        <a:srgbClr val="E4625C"/>
      </a:hlink>
      <a:folHlink>
        <a:srgbClr val="D034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howeet theme">
  <a:themeElements>
    <a:clrScheme name="Sho-Template06">
      <a:dk1>
        <a:srgbClr val="000000"/>
      </a:dk1>
      <a:lt1>
        <a:srgbClr val="FFFFFF"/>
      </a:lt1>
      <a:dk2>
        <a:srgbClr val="3D4149"/>
      </a:dk2>
      <a:lt2>
        <a:srgbClr val="E7E6E6"/>
      </a:lt2>
      <a:accent1>
        <a:srgbClr val="403551"/>
      </a:accent1>
      <a:accent2>
        <a:srgbClr val="D0343C"/>
      </a:accent2>
      <a:accent3>
        <a:srgbClr val="F9BE75"/>
      </a:accent3>
      <a:accent4>
        <a:srgbClr val="8DB1C4"/>
      </a:accent4>
      <a:accent5>
        <a:srgbClr val="615474"/>
      </a:accent5>
      <a:accent6>
        <a:srgbClr val="E4625C"/>
      </a:accent6>
      <a:hlink>
        <a:srgbClr val="E4625C"/>
      </a:hlink>
      <a:folHlink>
        <a:srgbClr val="D034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howeet">
  <a:themeElements>
    <a:clrScheme name="Sho-RETRO">
      <a:dk1>
        <a:srgbClr val="231F20"/>
      </a:dk1>
      <a:lt1>
        <a:srgbClr val="FFFFFF"/>
      </a:lt1>
      <a:dk2>
        <a:srgbClr val="1E2631"/>
      </a:dk2>
      <a:lt2>
        <a:srgbClr val="E9DEDB"/>
      </a:lt2>
      <a:accent1>
        <a:srgbClr val="CD5727"/>
      </a:accent1>
      <a:accent2>
        <a:srgbClr val="B54923"/>
      </a:accent2>
      <a:accent3>
        <a:srgbClr val="933416"/>
      </a:accent3>
      <a:accent4>
        <a:srgbClr val="231F20"/>
      </a:accent4>
      <a:accent5>
        <a:srgbClr val="E9DEDB"/>
      </a:accent5>
      <a:accent6>
        <a:srgbClr val="1E2631"/>
      </a:accent6>
      <a:hlink>
        <a:srgbClr val="7F7F7F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733</Words>
  <Application>Microsoft Office PowerPoint</Application>
  <PresentationFormat>Widescreen</PresentationFormat>
  <Paragraphs>69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Gill Sans</vt:lpstr>
      <vt:lpstr>Calibri</vt:lpstr>
      <vt:lpstr>Wingdings</vt:lpstr>
      <vt:lpstr>Arial</vt:lpstr>
      <vt:lpstr>Gadugi</vt:lpstr>
      <vt:lpstr>Open Sans</vt:lpstr>
      <vt:lpstr>Petrona</vt:lpstr>
      <vt:lpstr>Custom Design</vt:lpstr>
      <vt:lpstr>Showeet theme</vt:lpstr>
      <vt:lpstr>showeet</vt:lpstr>
      <vt:lpstr>Data Mining and Analytics  (CSDC - 0337)  Lab Presentation  Academic Insights: Research and Analysis of Student Performance and Engagement  </vt:lpstr>
      <vt:lpstr>PowerPoint Presentation</vt:lpstr>
      <vt:lpstr>Fields Collected:   &gt; Basic info:  Name, Gender, Branch, Year of Study   &gt; Academic Data: 10th &amp; 12th marks, Current &amp; Previous CGPA   &gt; Engagement Data:  Extracurricular participation, Side interests, Motivation   &gt; Opinion Data:  College support rating, Academic satisfaction   &gt; Sample Size:  140 students from NITJ CSE &amp; DS Dept.   &gt;Data Type:  Mostly categorical and numerical data</vt:lpstr>
      <vt:lpstr> 1. Data Inspection:            &gt;  Checked data types and value counts for each column. 2. Handling Missing Values:            &gt;  Replaced blanks with “Not Specified” for categorical fields.            &gt;  Calculated mean/median for missing numeric values (e.g., CGPA). 3. Encoding Categorical Data:            &gt;  Gender, Motivation, and Yes/No fields encoded numerically (for model-ready data). 4. Standardization:            &gt;  Converted CGPA to float and percentages to numeric scale.            &gt;  Ensured uniform labels (e.g., “CSE” instead of mixed “cse/CSE”). 5. Exploratory Summary:            &gt;  Found average CGPA, participation rates, and satisfaction scores.            &gt;  Noted early trends like correlation between side interests and consistent CGPA.</vt:lpstr>
      <vt:lpstr>Purpose : Collect and analyze academic data from students to understand performance, motivation, satisfaction, and extracurricular engagement </vt:lpstr>
      <vt:lpstr>PowerPoint Presentation</vt:lpstr>
      <vt:lpstr>Tools Used:</vt:lpstr>
      <vt:lpstr>Conclusion : 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showeet.com</dc:creator>
  <cp:lastModifiedBy>Vijay Solanki</cp:lastModifiedBy>
  <cp:revision>3</cp:revision>
  <dcterms:created xsi:type="dcterms:W3CDTF">2011-05-09T14:18:21Z</dcterms:created>
  <dcterms:modified xsi:type="dcterms:W3CDTF">2025-11-10T08:07:25Z</dcterms:modified>
</cp:coreProperties>
</file>